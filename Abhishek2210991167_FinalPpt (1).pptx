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1" r:id="rId6"/>
    <p:sldId id="265" r:id="rId7"/>
    <p:sldId id="270" r:id="rId8"/>
    <p:sldId id="271" r:id="rId9"/>
    <p:sldId id="272" r:id="rId10"/>
    <p:sldId id="273" r:id="rId11"/>
    <p:sldId id="274" r:id="rId12"/>
    <p:sldId id="266" r:id="rId13"/>
    <p:sldId id="267" r:id="rId14"/>
    <p:sldId id="268" r:id="rId15"/>
    <p:sldId id="269" r:id="rId16"/>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E884F3-D339-4954-9F04-12CE8627743C}" v="585" dt="2026-05-13T15:53:26.4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25" d="100"/>
          <a:sy n="125" d="100"/>
        </p:scale>
        <p:origin x="119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9"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Arial"/>
              </a:rPr>
              <a:t>Click to move the slide</a:t>
            </a:r>
          </a:p>
        </p:txBody>
      </p:sp>
      <p:sp>
        <p:nvSpPr>
          <p:cNvPr id="220"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221"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222"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223"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224"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CD60251-23E1-4B86-81C2-7A671137C226}"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PlaceHolder 1"/>
          <p:cNvSpPr>
            <a:spLocks noGrp="1" noRot="1" noChangeAspect="1"/>
          </p:cNvSpPr>
          <p:nvPr>
            <p:ph type="sldImg"/>
          </p:nvPr>
        </p:nvSpPr>
        <p:spPr>
          <a:xfrm>
            <a:off x="1374775" y="1336675"/>
            <a:ext cx="4810125" cy="3608388"/>
          </a:xfrm>
          <a:prstGeom prst="rect">
            <a:avLst/>
          </a:prstGeom>
          <a:ln w="0">
            <a:noFill/>
          </a:ln>
        </p:spPr>
        <p:txBody>
          <a:bodyPr/>
          <a:lstStyle/>
          <a:p>
            <a:endParaRPr lang="en-IN"/>
          </a:p>
        </p:txBody>
      </p:sp>
      <p:sp>
        <p:nvSpPr>
          <p:cNvPr id="250" name="PlaceHolder 2"/>
          <p:cNvSpPr>
            <a:spLocks noGrp="1"/>
          </p:cNvSpPr>
          <p:nvPr>
            <p:ph type="body"/>
          </p:nvPr>
        </p:nvSpPr>
        <p:spPr>
          <a:xfrm>
            <a:off x="755640" y="5145120"/>
            <a:ext cx="6048000" cy="420984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51" name="PlaceHolder 3"/>
          <p:cNvSpPr>
            <a:spLocks noGrp="1"/>
          </p:cNvSpPr>
          <p:nvPr>
            <p:ph type="sldNum" idx="4"/>
          </p:nvPr>
        </p:nvSpPr>
        <p:spPr>
          <a:xfrm>
            <a:off x="4281480" y="10155240"/>
            <a:ext cx="3276360" cy="53604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3807172-DF9D-4D5C-9A0A-DEE7941D288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
        <p:nvSpPr>
          <p:cNvPr id="252" name="PlaceHolder 4"/>
          <p:cNvSpPr>
            <a:spLocks noGrp="1"/>
          </p:cNvSpPr>
          <p:nvPr>
            <p:ph type="ftr" idx="5"/>
          </p:nvPr>
        </p:nvSpPr>
        <p:spPr>
          <a:xfrm>
            <a:off x="0" y="10155240"/>
            <a:ext cx="3276360" cy="536040"/>
          </a:xfrm>
          <a:prstGeom prst="rect">
            <a:avLst/>
          </a:prstGeom>
          <a:noFill/>
          <a:ln w="0">
            <a:noFill/>
          </a:ln>
        </p:spPr>
        <p:txBody>
          <a:bodyPr lIns="91440" tIns="45720" rIns="91440" bIns="45720" anchor="b">
            <a:noAutofit/>
          </a:bodyPr>
          <a:lstStyle>
            <a:lvl1pPr indent="0">
              <a:lnSpc>
                <a:spcPct val="100000"/>
              </a:lnSpc>
              <a:buNone/>
              <a:defRPr lang="en-US" sz="1200" b="0" u="none" strike="noStrike">
                <a:solidFill>
                  <a:srgbClr val="000000"/>
                </a:solidFill>
                <a:effectLst/>
                <a:uFillTx/>
                <a:latin typeface="Times New Roman"/>
              </a:defRPr>
            </a:lvl1pPr>
          </a:lstStyle>
          <a:p>
            <a:pPr indent="0">
              <a:lnSpc>
                <a:spcPct val="100000"/>
              </a:lnSpc>
              <a:buNone/>
            </a:pPr>
            <a:r>
              <a:rPr lang="en-US" sz="1200" b="0" u="none" strike="noStrike">
                <a:solidFill>
                  <a:srgbClr val="000000"/>
                </a:solidFill>
                <a:effectLst/>
                <a:uFillTx/>
                <a:latin typeface="Times New Roman"/>
              </a:rPr>
              <a:t>Name of the faculty [Group: G00] [Sem:2nd]</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bg>
      <p:bgPr>
        <a:solidFill>
          <a:srgbClr val="FFFFFF"/>
        </a:solidFill>
        <a:effectLst/>
      </p:bgPr>
    </p:bg>
    <p:spTree>
      <p:nvGrpSpPr>
        <p:cNvPr id="1" name=""/>
        <p:cNvGrpSpPr/>
        <p:nvPr/>
      </p:nvGrpSpPr>
      <p:grpSpPr>
        <a:xfrm>
          <a:off x="0" y="0"/>
          <a:ext cx="0" cy="0"/>
          <a:chOff x="0" y="0"/>
          <a:chExt cx="0" cy="0"/>
        </a:xfrm>
      </p:grpSpPr>
      <p:sp>
        <p:nvSpPr>
          <p:cNvPr id="2"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4"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5"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6" name="Group 3"/>
          <p:cNvGrpSpPr/>
          <p:nvPr/>
        </p:nvGrpSpPr>
        <p:grpSpPr>
          <a:xfrm>
            <a:off x="6146640" y="0"/>
            <a:ext cx="2996640" cy="875520"/>
            <a:chOff x="6146640" y="0"/>
            <a:chExt cx="2996640" cy="875520"/>
          </a:xfrm>
        </p:grpSpPr>
        <p:sp>
          <p:nvSpPr>
            <p:cNvPr id="7"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8" name="Picture 9" descr="LOGO.gif"/>
            <p:cNvPicPr/>
            <p:nvPr/>
          </p:nvPicPr>
          <p:blipFill>
            <a:blip r:embed="rId2"/>
            <a:srcRect b="10729"/>
            <a:stretch/>
          </p:blipFill>
          <p:spPr>
            <a:xfrm>
              <a:off x="6553080" y="228600"/>
              <a:ext cx="2056680" cy="634320"/>
            </a:xfrm>
            <a:prstGeom prst="rect">
              <a:avLst/>
            </a:prstGeom>
            <a:noFill/>
            <a:ln w="9360">
              <a:noFill/>
            </a:ln>
          </p:spPr>
        </p:pic>
        <p:sp>
          <p:nvSpPr>
            <p:cNvPr id="9"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0" name="Picture 15" descr="logo.jpg"/>
          <p:cNvPicPr/>
          <p:nvPr/>
        </p:nvPicPr>
        <p:blipFill>
          <a:blip r:embed="rId3"/>
          <a:stretch/>
        </p:blipFill>
        <p:spPr>
          <a:xfrm>
            <a:off x="6553080" y="228600"/>
            <a:ext cx="1920240" cy="608760"/>
          </a:xfrm>
          <a:prstGeom prst="rect">
            <a:avLst/>
          </a:prstGeom>
          <a:noFill/>
          <a:ln w="9360">
            <a:noFill/>
          </a:ln>
        </p:spPr>
      </p:pic>
      <p:pic>
        <p:nvPicPr>
          <p:cNvPr id="11"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2" name="Group 6"/>
          <p:cNvGrpSpPr/>
          <p:nvPr/>
        </p:nvGrpSpPr>
        <p:grpSpPr>
          <a:xfrm>
            <a:off x="6146640" y="0"/>
            <a:ext cx="2996640" cy="875520"/>
            <a:chOff x="6146640" y="0"/>
            <a:chExt cx="2996640" cy="875520"/>
          </a:xfrm>
        </p:grpSpPr>
        <p:sp>
          <p:nvSpPr>
            <p:cNvPr id="13"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4" name="Picture 9" descr="LOGO.gif"/>
            <p:cNvPicPr/>
            <p:nvPr/>
          </p:nvPicPr>
          <p:blipFill>
            <a:blip r:embed="rId2"/>
            <a:srcRect b="10729"/>
            <a:stretch/>
          </p:blipFill>
          <p:spPr>
            <a:xfrm>
              <a:off x="6553080" y="228600"/>
              <a:ext cx="2056680" cy="634320"/>
            </a:xfrm>
            <a:prstGeom prst="rect">
              <a:avLst/>
            </a:prstGeom>
            <a:noFill/>
            <a:ln w="9360">
              <a:noFill/>
            </a:ln>
          </p:spPr>
        </p:pic>
        <p:sp>
          <p:nvSpPr>
            <p:cNvPr id="15"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6" name="Picture 15" descr="logo.jpg"/>
          <p:cNvPicPr/>
          <p:nvPr/>
        </p:nvPicPr>
        <p:blipFill>
          <a:blip r:embed="rId3"/>
          <a:stretch/>
        </p:blipFill>
        <p:spPr>
          <a:xfrm>
            <a:off x="6553080" y="228600"/>
            <a:ext cx="1920240" cy="608760"/>
          </a:xfrm>
          <a:prstGeom prst="rect">
            <a:avLst/>
          </a:prstGeom>
          <a:noFill/>
          <a:ln w="9360">
            <a:noFill/>
          </a:ln>
        </p:spPr>
      </p:pic>
      <p:sp>
        <p:nvSpPr>
          <p:cNvPr id="1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Arial"/>
              </a:rPr>
              <a:t>Click to edit the title text format</a:t>
            </a:r>
          </a:p>
        </p:txBody>
      </p:sp>
      <p:sp>
        <p:nvSpPr>
          <p:cNvPr id="18"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OverTx" preserve="1">
  <p:cSld name="Title, Content over Content">
    <p:bg>
      <p:bgPr>
        <a:solidFill>
          <a:srgbClr val="FFFFFF"/>
        </a:solidFill>
        <a:effectLst/>
      </p:bgPr>
    </p:bg>
    <p:spTree>
      <p:nvGrpSpPr>
        <p:cNvPr id="1" name=""/>
        <p:cNvGrpSpPr/>
        <p:nvPr/>
      </p:nvGrpSpPr>
      <p:grpSpPr>
        <a:xfrm>
          <a:off x="0" y="0"/>
          <a:ext cx="0" cy="0"/>
          <a:chOff x="0" y="0"/>
          <a:chExt cx="0" cy="0"/>
        </a:xfrm>
      </p:grpSpPr>
      <p:sp>
        <p:nvSpPr>
          <p:cNvPr id="19"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0"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1"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22"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23" name="Group 3"/>
          <p:cNvGrpSpPr/>
          <p:nvPr/>
        </p:nvGrpSpPr>
        <p:grpSpPr>
          <a:xfrm>
            <a:off x="6146640" y="0"/>
            <a:ext cx="2996640" cy="875520"/>
            <a:chOff x="6146640" y="0"/>
            <a:chExt cx="2996640" cy="875520"/>
          </a:xfrm>
        </p:grpSpPr>
        <p:sp>
          <p:nvSpPr>
            <p:cNvPr id="24"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5" name="Picture 9" descr="LOGO.gif"/>
            <p:cNvPicPr/>
            <p:nvPr/>
          </p:nvPicPr>
          <p:blipFill>
            <a:blip r:embed="rId2"/>
            <a:srcRect b="10729"/>
            <a:stretch/>
          </p:blipFill>
          <p:spPr>
            <a:xfrm>
              <a:off x="6553080" y="228600"/>
              <a:ext cx="2056680" cy="634320"/>
            </a:xfrm>
            <a:prstGeom prst="rect">
              <a:avLst/>
            </a:prstGeom>
            <a:noFill/>
            <a:ln w="9360">
              <a:noFill/>
            </a:ln>
          </p:spPr>
        </p:pic>
        <p:sp>
          <p:nvSpPr>
            <p:cNvPr id="26"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27" name="Picture 15" descr="logo.jpg"/>
          <p:cNvPicPr/>
          <p:nvPr/>
        </p:nvPicPr>
        <p:blipFill>
          <a:blip r:embed="rId3"/>
          <a:stretch/>
        </p:blipFill>
        <p:spPr>
          <a:xfrm>
            <a:off x="6553080" y="228600"/>
            <a:ext cx="1920240" cy="608760"/>
          </a:xfrm>
          <a:prstGeom prst="rect">
            <a:avLst/>
          </a:prstGeom>
          <a:noFill/>
          <a:ln w="9360">
            <a:noFill/>
          </a:ln>
        </p:spPr>
      </p:pic>
      <p:pic>
        <p:nvPicPr>
          <p:cNvPr id="28"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29" name="Group 6"/>
          <p:cNvGrpSpPr/>
          <p:nvPr/>
        </p:nvGrpSpPr>
        <p:grpSpPr>
          <a:xfrm>
            <a:off x="6146640" y="0"/>
            <a:ext cx="2996640" cy="875520"/>
            <a:chOff x="6146640" y="0"/>
            <a:chExt cx="2996640" cy="875520"/>
          </a:xfrm>
        </p:grpSpPr>
        <p:sp>
          <p:nvSpPr>
            <p:cNvPr id="30"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31" name="Picture 9" descr="LOGO.gif"/>
            <p:cNvPicPr/>
            <p:nvPr/>
          </p:nvPicPr>
          <p:blipFill>
            <a:blip r:embed="rId2"/>
            <a:srcRect b="10729"/>
            <a:stretch/>
          </p:blipFill>
          <p:spPr>
            <a:xfrm>
              <a:off x="6553080" y="228600"/>
              <a:ext cx="2056680" cy="634320"/>
            </a:xfrm>
            <a:prstGeom prst="rect">
              <a:avLst/>
            </a:prstGeom>
            <a:noFill/>
            <a:ln w="9360">
              <a:noFill/>
            </a:ln>
          </p:spPr>
        </p:pic>
        <p:sp>
          <p:nvSpPr>
            <p:cNvPr id="32"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33" name="Picture 15" descr="logo.jpg"/>
          <p:cNvPicPr/>
          <p:nvPr/>
        </p:nvPicPr>
        <p:blipFill>
          <a:blip r:embed="rId3"/>
          <a:stretch/>
        </p:blipFill>
        <p:spPr>
          <a:xfrm>
            <a:off x="6553080" y="228600"/>
            <a:ext cx="1920240" cy="608760"/>
          </a:xfrm>
          <a:prstGeom prst="rect">
            <a:avLst/>
          </a:prstGeom>
          <a:noFill/>
          <a:ln w="9360">
            <a:noFill/>
          </a:ln>
        </p:spPr>
      </p:pic>
      <p:sp>
        <p:nvSpPr>
          <p:cNvPr id="34"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35" name="PlaceHolder 2"/>
          <p:cNvSpPr>
            <a:spLocks noGrp="1"/>
          </p:cNvSpPr>
          <p:nvPr>
            <p:ph type="body"/>
          </p:nvPr>
        </p:nvSpPr>
        <p:spPr>
          <a:xfrm>
            <a:off x="457200" y="1604520"/>
            <a:ext cx="8228880" cy="1896480"/>
          </a:xfrm>
          <a:prstGeom prst="rect">
            <a:avLst/>
          </a:prstGeom>
          <a:noFill/>
          <a:ln w="0">
            <a:noFill/>
          </a:ln>
        </p:spPr>
        <p:txBody>
          <a:bodyPr lIns="0" tIns="0" rIns="0" bIns="0" anchor="t">
            <a:normAutofit fontScale="70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36" name="PlaceHolder 3"/>
          <p:cNvSpPr>
            <a:spLocks noGrp="1"/>
          </p:cNvSpPr>
          <p:nvPr>
            <p:ph type="body"/>
          </p:nvPr>
        </p:nvSpPr>
        <p:spPr>
          <a:xfrm>
            <a:off x="457200" y="3682080"/>
            <a:ext cx="8228880" cy="1896480"/>
          </a:xfrm>
          <a:prstGeom prst="rect">
            <a:avLst/>
          </a:prstGeom>
          <a:noFill/>
          <a:ln w="0">
            <a:noFill/>
          </a:ln>
        </p:spPr>
        <p:txBody>
          <a:bodyPr lIns="0" tIns="0" rIns="0" bIns="0" anchor="t">
            <a:normAutofit fontScale="70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fourObj" preserve="1">
  <p:cSld name="Title, 4 Content">
    <p:bg>
      <p:bgPr>
        <a:solidFill>
          <a:srgbClr val="FFFFFF"/>
        </a:solidFill>
        <a:effectLst/>
      </p:bgPr>
    </p:bg>
    <p:spTree>
      <p:nvGrpSpPr>
        <p:cNvPr id="1" name=""/>
        <p:cNvGrpSpPr/>
        <p:nvPr/>
      </p:nvGrpSpPr>
      <p:grpSpPr>
        <a:xfrm>
          <a:off x="0" y="0"/>
          <a:ext cx="0" cy="0"/>
          <a:chOff x="0" y="0"/>
          <a:chExt cx="0" cy="0"/>
        </a:xfrm>
      </p:grpSpPr>
      <p:sp>
        <p:nvSpPr>
          <p:cNvPr id="37"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39"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40"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41" name="Group 3"/>
          <p:cNvGrpSpPr/>
          <p:nvPr/>
        </p:nvGrpSpPr>
        <p:grpSpPr>
          <a:xfrm>
            <a:off x="6146640" y="0"/>
            <a:ext cx="2996640" cy="875520"/>
            <a:chOff x="6146640" y="0"/>
            <a:chExt cx="2996640" cy="875520"/>
          </a:xfrm>
        </p:grpSpPr>
        <p:sp>
          <p:nvSpPr>
            <p:cNvPr id="42"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43" name="Picture 9" descr="LOGO.gif"/>
            <p:cNvPicPr/>
            <p:nvPr/>
          </p:nvPicPr>
          <p:blipFill>
            <a:blip r:embed="rId2"/>
            <a:srcRect b="10729"/>
            <a:stretch/>
          </p:blipFill>
          <p:spPr>
            <a:xfrm>
              <a:off x="6553080" y="228600"/>
              <a:ext cx="2056680" cy="634320"/>
            </a:xfrm>
            <a:prstGeom prst="rect">
              <a:avLst/>
            </a:prstGeom>
            <a:noFill/>
            <a:ln w="9360">
              <a:noFill/>
            </a:ln>
          </p:spPr>
        </p:pic>
        <p:sp>
          <p:nvSpPr>
            <p:cNvPr id="44"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45" name="Picture 15" descr="logo.jpg"/>
          <p:cNvPicPr/>
          <p:nvPr/>
        </p:nvPicPr>
        <p:blipFill>
          <a:blip r:embed="rId3"/>
          <a:stretch/>
        </p:blipFill>
        <p:spPr>
          <a:xfrm>
            <a:off x="6553080" y="228600"/>
            <a:ext cx="1920240" cy="608760"/>
          </a:xfrm>
          <a:prstGeom prst="rect">
            <a:avLst/>
          </a:prstGeom>
          <a:noFill/>
          <a:ln w="9360">
            <a:noFill/>
          </a:ln>
        </p:spPr>
      </p:pic>
      <p:pic>
        <p:nvPicPr>
          <p:cNvPr id="46"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47" name="Group 6"/>
          <p:cNvGrpSpPr/>
          <p:nvPr/>
        </p:nvGrpSpPr>
        <p:grpSpPr>
          <a:xfrm>
            <a:off x="6146640" y="0"/>
            <a:ext cx="2996640" cy="875520"/>
            <a:chOff x="6146640" y="0"/>
            <a:chExt cx="2996640" cy="875520"/>
          </a:xfrm>
        </p:grpSpPr>
        <p:sp>
          <p:nvSpPr>
            <p:cNvPr id="48"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49" name="Picture 9" descr="LOGO.gif"/>
            <p:cNvPicPr/>
            <p:nvPr/>
          </p:nvPicPr>
          <p:blipFill>
            <a:blip r:embed="rId2"/>
            <a:srcRect b="10729"/>
            <a:stretch/>
          </p:blipFill>
          <p:spPr>
            <a:xfrm>
              <a:off x="6553080" y="228600"/>
              <a:ext cx="2056680" cy="634320"/>
            </a:xfrm>
            <a:prstGeom prst="rect">
              <a:avLst/>
            </a:prstGeom>
            <a:noFill/>
            <a:ln w="9360">
              <a:noFill/>
            </a:ln>
          </p:spPr>
        </p:pic>
        <p:sp>
          <p:nvSpPr>
            <p:cNvPr id="50"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51" name="Picture 15" descr="logo.jpg"/>
          <p:cNvPicPr/>
          <p:nvPr/>
        </p:nvPicPr>
        <p:blipFill>
          <a:blip r:embed="rId3"/>
          <a:stretch/>
        </p:blipFill>
        <p:spPr>
          <a:xfrm>
            <a:off x="6553080" y="228600"/>
            <a:ext cx="1920240" cy="608760"/>
          </a:xfrm>
          <a:prstGeom prst="rect">
            <a:avLst/>
          </a:prstGeom>
          <a:noFill/>
          <a:ln w="9360">
            <a:noFill/>
          </a:ln>
        </p:spPr>
      </p:pic>
      <p:sp>
        <p:nvSpPr>
          <p:cNvPr id="52"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53" name="PlaceHolder 2"/>
          <p:cNvSpPr>
            <a:spLocks noGrp="1"/>
          </p:cNvSpPr>
          <p:nvPr>
            <p:ph type="body"/>
          </p:nvPr>
        </p:nvSpPr>
        <p:spPr>
          <a:xfrm>
            <a:off x="45720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54" name="PlaceHolder 3"/>
          <p:cNvSpPr>
            <a:spLocks noGrp="1"/>
          </p:cNvSpPr>
          <p:nvPr>
            <p:ph type="body"/>
          </p:nvPr>
        </p:nvSpPr>
        <p:spPr>
          <a:xfrm>
            <a:off x="467424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55" name="PlaceHolder 4"/>
          <p:cNvSpPr>
            <a:spLocks noGrp="1"/>
          </p:cNvSpPr>
          <p:nvPr>
            <p:ph type="body"/>
          </p:nvPr>
        </p:nvSpPr>
        <p:spPr>
          <a:xfrm>
            <a:off x="457200" y="368208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56" name="PlaceHolder 5"/>
          <p:cNvSpPr>
            <a:spLocks noGrp="1"/>
          </p:cNvSpPr>
          <p:nvPr>
            <p:ph type="body"/>
          </p:nvPr>
        </p:nvSpPr>
        <p:spPr>
          <a:xfrm>
            <a:off x="4674240" y="368208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Title, 6 Content">
    <p:bg>
      <p:bgPr>
        <a:solidFill>
          <a:srgbClr val="FFFFFF"/>
        </a:solidFill>
        <a:effectLst/>
      </p:bgPr>
    </p:bg>
    <p:spTree>
      <p:nvGrpSpPr>
        <p:cNvPr id="1" name=""/>
        <p:cNvGrpSpPr/>
        <p:nvPr/>
      </p:nvGrpSpPr>
      <p:grpSpPr>
        <a:xfrm>
          <a:off x="0" y="0"/>
          <a:ext cx="0" cy="0"/>
          <a:chOff x="0" y="0"/>
          <a:chExt cx="0" cy="0"/>
        </a:xfrm>
      </p:grpSpPr>
      <p:sp>
        <p:nvSpPr>
          <p:cNvPr id="57"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8"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59"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60"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61" name="Group 3"/>
          <p:cNvGrpSpPr/>
          <p:nvPr/>
        </p:nvGrpSpPr>
        <p:grpSpPr>
          <a:xfrm>
            <a:off x="6146640" y="0"/>
            <a:ext cx="2996640" cy="875520"/>
            <a:chOff x="6146640" y="0"/>
            <a:chExt cx="2996640" cy="875520"/>
          </a:xfrm>
        </p:grpSpPr>
        <p:sp>
          <p:nvSpPr>
            <p:cNvPr id="62"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63" name="Picture 9" descr="LOGO.gif"/>
            <p:cNvPicPr/>
            <p:nvPr/>
          </p:nvPicPr>
          <p:blipFill>
            <a:blip r:embed="rId2"/>
            <a:srcRect b="10729"/>
            <a:stretch/>
          </p:blipFill>
          <p:spPr>
            <a:xfrm>
              <a:off x="6553080" y="228600"/>
              <a:ext cx="2056680" cy="634320"/>
            </a:xfrm>
            <a:prstGeom prst="rect">
              <a:avLst/>
            </a:prstGeom>
            <a:noFill/>
            <a:ln w="9360">
              <a:noFill/>
            </a:ln>
          </p:spPr>
        </p:pic>
        <p:sp>
          <p:nvSpPr>
            <p:cNvPr id="64"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65" name="Picture 15" descr="logo.jpg"/>
          <p:cNvPicPr/>
          <p:nvPr/>
        </p:nvPicPr>
        <p:blipFill>
          <a:blip r:embed="rId3"/>
          <a:stretch/>
        </p:blipFill>
        <p:spPr>
          <a:xfrm>
            <a:off x="6553080" y="228600"/>
            <a:ext cx="1920240" cy="608760"/>
          </a:xfrm>
          <a:prstGeom prst="rect">
            <a:avLst/>
          </a:prstGeom>
          <a:noFill/>
          <a:ln w="9360">
            <a:noFill/>
          </a:ln>
        </p:spPr>
      </p:pic>
      <p:pic>
        <p:nvPicPr>
          <p:cNvPr id="66"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67" name="Group 6"/>
          <p:cNvGrpSpPr/>
          <p:nvPr/>
        </p:nvGrpSpPr>
        <p:grpSpPr>
          <a:xfrm>
            <a:off x="6146640" y="0"/>
            <a:ext cx="2996640" cy="875520"/>
            <a:chOff x="6146640" y="0"/>
            <a:chExt cx="2996640" cy="875520"/>
          </a:xfrm>
        </p:grpSpPr>
        <p:sp>
          <p:nvSpPr>
            <p:cNvPr id="68"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69" name="Picture 9" descr="LOGO.gif"/>
            <p:cNvPicPr/>
            <p:nvPr/>
          </p:nvPicPr>
          <p:blipFill>
            <a:blip r:embed="rId2"/>
            <a:srcRect b="10729"/>
            <a:stretch/>
          </p:blipFill>
          <p:spPr>
            <a:xfrm>
              <a:off x="6553080" y="228600"/>
              <a:ext cx="2056680" cy="634320"/>
            </a:xfrm>
            <a:prstGeom prst="rect">
              <a:avLst/>
            </a:prstGeom>
            <a:noFill/>
            <a:ln w="9360">
              <a:noFill/>
            </a:ln>
          </p:spPr>
        </p:pic>
        <p:sp>
          <p:nvSpPr>
            <p:cNvPr id="70"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71" name="Picture 15" descr="logo.jpg"/>
          <p:cNvPicPr/>
          <p:nvPr/>
        </p:nvPicPr>
        <p:blipFill>
          <a:blip r:embed="rId3"/>
          <a:stretch/>
        </p:blipFill>
        <p:spPr>
          <a:xfrm>
            <a:off x="6553080" y="228600"/>
            <a:ext cx="1920240" cy="608760"/>
          </a:xfrm>
          <a:prstGeom prst="rect">
            <a:avLst/>
          </a:prstGeom>
          <a:noFill/>
          <a:ln w="9360">
            <a:noFill/>
          </a:ln>
        </p:spPr>
      </p:pic>
      <p:sp>
        <p:nvSpPr>
          <p:cNvPr id="72"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73" name="PlaceHolder 2"/>
          <p:cNvSpPr>
            <a:spLocks noGrp="1"/>
          </p:cNvSpPr>
          <p:nvPr>
            <p:ph type="body"/>
          </p:nvPr>
        </p:nvSpPr>
        <p:spPr>
          <a:xfrm>
            <a:off x="457200" y="160452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4" name="PlaceHolder 3"/>
          <p:cNvSpPr>
            <a:spLocks noGrp="1"/>
          </p:cNvSpPr>
          <p:nvPr>
            <p:ph type="body"/>
          </p:nvPr>
        </p:nvSpPr>
        <p:spPr>
          <a:xfrm>
            <a:off x="3239640" y="160452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5" name="PlaceHolder 4"/>
          <p:cNvSpPr>
            <a:spLocks noGrp="1"/>
          </p:cNvSpPr>
          <p:nvPr>
            <p:ph type="body"/>
          </p:nvPr>
        </p:nvSpPr>
        <p:spPr>
          <a:xfrm>
            <a:off x="6022080" y="160452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6" name="PlaceHolder 5"/>
          <p:cNvSpPr>
            <a:spLocks noGrp="1"/>
          </p:cNvSpPr>
          <p:nvPr>
            <p:ph type="body"/>
          </p:nvPr>
        </p:nvSpPr>
        <p:spPr>
          <a:xfrm>
            <a:off x="457200" y="368208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7" name="PlaceHolder 6"/>
          <p:cNvSpPr>
            <a:spLocks noGrp="1"/>
          </p:cNvSpPr>
          <p:nvPr>
            <p:ph type="body"/>
          </p:nvPr>
        </p:nvSpPr>
        <p:spPr>
          <a:xfrm>
            <a:off x="3239640" y="368208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8" name="PlaceHolder 7"/>
          <p:cNvSpPr>
            <a:spLocks noGrp="1"/>
          </p:cNvSpPr>
          <p:nvPr>
            <p:ph type="body"/>
          </p:nvPr>
        </p:nvSpPr>
        <p:spPr>
          <a:xfrm>
            <a:off x="6022080" y="368208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Title Slide">
    <p:bg>
      <p:bgPr>
        <a:solidFill>
          <a:srgbClr val="FFFFFF"/>
        </a:solidFill>
        <a:effectLst/>
      </p:bgPr>
    </p:bg>
    <p:spTree>
      <p:nvGrpSpPr>
        <p:cNvPr id="1" name=""/>
        <p:cNvGrpSpPr/>
        <p:nvPr/>
      </p:nvGrpSpPr>
      <p:grpSpPr>
        <a:xfrm>
          <a:off x="0" y="0"/>
          <a:ext cx="0" cy="0"/>
          <a:chOff x="0" y="0"/>
          <a:chExt cx="0" cy="0"/>
        </a:xfrm>
      </p:grpSpPr>
      <p:sp>
        <p:nvSpPr>
          <p:cNvPr id="79"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0"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81"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82"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83" name="Group 3"/>
          <p:cNvGrpSpPr/>
          <p:nvPr/>
        </p:nvGrpSpPr>
        <p:grpSpPr>
          <a:xfrm>
            <a:off x="6146640" y="0"/>
            <a:ext cx="2996640" cy="875520"/>
            <a:chOff x="6146640" y="0"/>
            <a:chExt cx="2996640" cy="875520"/>
          </a:xfrm>
        </p:grpSpPr>
        <p:sp>
          <p:nvSpPr>
            <p:cNvPr id="84"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85" name="Picture 9" descr="LOGO.gif"/>
            <p:cNvPicPr/>
            <p:nvPr/>
          </p:nvPicPr>
          <p:blipFill>
            <a:blip r:embed="rId2"/>
            <a:srcRect b="10729"/>
            <a:stretch/>
          </p:blipFill>
          <p:spPr>
            <a:xfrm>
              <a:off x="6553080" y="228600"/>
              <a:ext cx="2056680" cy="634320"/>
            </a:xfrm>
            <a:prstGeom prst="rect">
              <a:avLst/>
            </a:prstGeom>
            <a:noFill/>
            <a:ln w="9360">
              <a:noFill/>
            </a:ln>
          </p:spPr>
        </p:pic>
        <p:sp>
          <p:nvSpPr>
            <p:cNvPr id="86"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87" name="Picture 15" descr="logo.jpg"/>
          <p:cNvPicPr/>
          <p:nvPr/>
        </p:nvPicPr>
        <p:blipFill>
          <a:blip r:embed="rId3"/>
          <a:stretch/>
        </p:blipFill>
        <p:spPr>
          <a:xfrm>
            <a:off x="6553080" y="228600"/>
            <a:ext cx="1920240" cy="608760"/>
          </a:xfrm>
          <a:prstGeom prst="rect">
            <a:avLst/>
          </a:prstGeom>
          <a:noFill/>
          <a:ln w="9360">
            <a:noFill/>
          </a:ln>
        </p:spPr>
      </p:pic>
      <p:pic>
        <p:nvPicPr>
          <p:cNvPr id="88"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89" name="Group 6"/>
          <p:cNvGrpSpPr/>
          <p:nvPr/>
        </p:nvGrpSpPr>
        <p:grpSpPr>
          <a:xfrm>
            <a:off x="6146640" y="0"/>
            <a:ext cx="2996640" cy="875520"/>
            <a:chOff x="6146640" y="0"/>
            <a:chExt cx="2996640" cy="875520"/>
          </a:xfrm>
        </p:grpSpPr>
        <p:sp>
          <p:nvSpPr>
            <p:cNvPr id="90"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91" name="Picture 9" descr="LOGO.gif"/>
            <p:cNvPicPr/>
            <p:nvPr/>
          </p:nvPicPr>
          <p:blipFill>
            <a:blip r:embed="rId2"/>
            <a:srcRect b="10729"/>
            <a:stretch/>
          </p:blipFill>
          <p:spPr>
            <a:xfrm>
              <a:off x="6553080" y="228600"/>
              <a:ext cx="2056680" cy="634320"/>
            </a:xfrm>
            <a:prstGeom prst="rect">
              <a:avLst/>
            </a:prstGeom>
            <a:noFill/>
            <a:ln w="9360">
              <a:noFill/>
            </a:ln>
          </p:spPr>
        </p:pic>
        <p:sp>
          <p:nvSpPr>
            <p:cNvPr id="92"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93" name="Picture 15" descr="logo.jpg"/>
          <p:cNvPicPr/>
          <p:nvPr/>
        </p:nvPicPr>
        <p:blipFill>
          <a:blip r:embed="rId3"/>
          <a:stretch/>
        </p:blipFill>
        <p:spPr>
          <a:xfrm>
            <a:off x="6553080" y="228600"/>
            <a:ext cx="1920240" cy="608760"/>
          </a:xfrm>
          <a:prstGeom prst="rect">
            <a:avLst/>
          </a:prstGeom>
          <a:noFill/>
          <a:ln w="9360">
            <a:noFill/>
          </a:ln>
        </p:spPr>
      </p:pic>
      <p:sp>
        <p:nvSpPr>
          <p:cNvPr id="94"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Content">
    <p:bg>
      <p:bgPr>
        <a:solidFill>
          <a:srgbClr val="FFFFFF"/>
        </a:solidFill>
        <a:effectLst/>
      </p:bgPr>
    </p:bg>
    <p:spTree>
      <p:nvGrpSpPr>
        <p:cNvPr id="1" name=""/>
        <p:cNvGrpSpPr/>
        <p:nvPr/>
      </p:nvGrpSpPr>
      <p:grpSpPr>
        <a:xfrm>
          <a:off x="0" y="0"/>
          <a:ext cx="0" cy="0"/>
          <a:chOff x="0" y="0"/>
          <a:chExt cx="0" cy="0"/>
        </a:xfrm>
      </p:grpSpPr>
      <p:sp>
        <p:nvSpPr>
          <p:cNvPr id="95"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6"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97"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98"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99" name="Group 3"/>
          <p:cNvGrpSpPr/>
          <p:nvPr/>
        </p:nvGrpSpPr>
        <p:grpSpPr>
          <a:xfrm>
            <a:off x="6146640" y="0"/>
            <a:ext cx="2996640" cy="875520"/>
            <a:chOff x="6146640" y="0"/>
            <a:chExt cx="2996640" cy="875520"/>
          </a:xfrm>
        </p:grpSpPr>
        <p:sp>
          <p:nvSpPr>
            <p:cNvPr id="100"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01" name="Picture 9" descr="LOGO.gif"/>
            <p:cNvPicPr/>
            <p:nvPr/>
          </p:nvPicPr>
          <p:blipFill>
            <a:blip r:embed="rId2"/>
            <a:srcRect b="10729"/>
            <a:stretch/>
          </p:blipFill>
          <p:spPr>
            <a:xfrm>
              <a:off x="6553080" y="228600"/>
              <a:ext cx="2056680" cy="634320"/>
            </a:xfrm>
            <a:prstGeom prst="rect">
              <a:avLst/>
            </a:prstGeom>
            <a:noFill/>
            <a:ln w="9360">
              <a:noFill/>
            </a:ln>
          </p:spPr>
        </p:pic>
        <p:sp>
          <p:nvSpPr>
            <p:cNvPr id="102"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03" name="Picture 15" descr="logo.jpg"/>
          <p:cNvPicPr/>
          <p:nvPr/>
        </p:nvPicPr>
        <p:blipFill>
          <a:blip r:embed="rId3"/>
          <a:stretch/>
        </p:blipFill>
        <p:spPr>
          <a:xfrm>
            <a:off x="6553080" y="228600"/>
            <a:ext cx="1920240" cy="608760"/>
          </a:xfrm>
          <a:prstGeom prst="rect">
            <a:avLst/>
          </a:prstGeom>
          <a:noFill/>
          <a:ln w="9360">
            <a:noFill/>
          </a:ln>
        </p:spPr>
      </p:pic>
      <p:pic>
        <p:nvPicPr>
          <p:cNvPr id="104"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05" name="Group 6"/>
          <p:cNvGrpSpPr/>
          <p:nvPr/>
        </p:nvGrpSpPr>
        <p:grpSpPr>
          <a:xfrm>
            <a:off x="6146640" y="0"/>
            <a:ext cx="2996640" cy="875520"/>
            <a:chOff x="6146640" y="0"/>
            <a:chExt cx="2996640" cy="875520"/>
          </a:xfrm>
        </p:grpSpPr>
        <p:sp>
          <p:nvSpPr>
            <p:cNvPr id="106"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07" name="Picture 9" descr="LOGO.gif"/>
            <p:cNvPicPr/>
            <p:nvPr/>
          </p:nvPicPr>
          <p:blipFill>
            <a:blip r:embed="rId2"/>
            <a:srcRect b="10729"/>
            <a:stretch/>
          </p:blipFill>
          <p:spPr>
            <a:xfrm>
              <a:off x="6553080" y="228600"/>
              <a:ext cx="2056680" cy="634320"/>
            </a:xfrm>
            <a:prstGeom prst="rect">
              <a:avLst/>
            </a:prstGeom>
            <a:noFill/>
            <a:ln w="9360">
              <a:noFill/>
            </a:ln>
          </p:spPr>
        </p:pic>
        <p:sp>
          <p:nvSpPr>
            <p:cNvPr id="108"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09" name="Picture 15" descr="logo.jpg"/>
          <p:cNvPicPr/>
          <p:nvPr/>
        </p:nvPicPr>
        <p:blipFill>
          <a:blip r:embed="rId3"/>
          <a:stretch/>
        </p:blipFill>
        <p:spPr>
          <a:xfrm>
            <a:off x="6553080" y="228600"/>
            <a:ext cx="1920240" cy="608760"/>
          </a:xfrm>
          <a:prstGeom prst="rect">
            <a:avLst/>
          </a:prstGeom>
          <a:noFill/>
          <a:ln w="9360">
            <a:noFill/>
          </a:ln>
        </p:spPr>
      </p:pic>
      <p:sp>
        <p:nvSpPr>
          <p:cNvPr id="110"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11" name="PlaceHolder 2"/>
          <p:cNvSpPr>
            <a:spLocks noGrp="1"/>
          </p:cNvSpPr>
          <p:nvPr>
            <p:ph type="body"/>
          </p:nvPr>
        </p:nvSpPr>
        <p:spPr>
          <a:xfrm>
            <a:off x="457200" y="1604520"/>
            <a:ext cx="8228880" cy="397692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itle, 2 Content">
    <p:bg>
      <p:bgPr>
        <a:solidFill>
          <a:srgbClr val="FFFFFF"/>
        </a:solidFill>
        <a:effectLst/>
      </p:bgPr>
    </p:bg>
    <p:spTree>
      <p:nvGrpSpPr>
        <p:cNvPr id="1" name=""/>
        <p:cNvGrpSpPr/>
        <p:nvPr/>
      </p:nvGrpSpPr>
      <p:grpSpPr>
        <a:xfrm>
          <a:off x="0" y="0"/>
          <a:ext cx="0" cy="0"/>
          <a:chOff x="0" y="0"/>
          <a:chExt cx="0" cy="0"/>
        </a:xfrm>
      </p:grpSpPr>
      <p:sp>
        <p:nvSpPr>
          <p:cNvPr id="112"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3"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14"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15"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16" name="Group 3"/>
          <p:cNvGrpSpPr/>
          <p:nvPr/>
        </p:nvGrpSpPr>
        <p:grpSpPr>
          <a:xfrm>
            <a:off x="6146640" y="0"/>
            <a:ext cx="2996640" cy="875520"/>
            <a:chOff x="6146640" y="0"/>
            <a:chExt cx="2996640" cy="875520"/>
          </a:xfrm>
        </p:grpSpPr>
        <p:sp>
          <p:nvSpPr>
            <p:cNvPr id="117"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18" name="Picture 9" descr="LOGO.gif"/>
            <p:cNvPicPr/>
            <p:nvPr/>
          </p:nvPicPr>
          <p:blipFill>
            <a:blip r:embed="rId2"/>
            <a:srcRect b="10729"/>
            <a:stretch/>
          </p:blipFill>
          <p:spPr>
            <a:xfrm>
              <a:off x="6553080" y="228600"/>
              <a:ext cx="2056680" cy="634320"/>
            </a:xfrm>
            <a:prstGeom prst="rect">
              <a:avLst/>
            </a:prstGeom>
            <a:noFill/>
            <a:ln w="9360">
              <a:noFill/>
            </a:ln>
          </p:spPr>
        </p:pic>
        <p:sp>
          <p:nvSpPr>
            <p:cNvPr id="119"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20" name="Picture 15" descr="logo.jpg"/>
          <p:cNvPicPr/>
          <p:nvPr/>
        </p:nvPicPr>
        <p:blipFill>
          <a:blip r:embed="rId3"/>
          <a:stretch/>
        </p:blipFill>
        <p:spPr>
          <a:xfrm>
            <a:off x="6553080" y="228600"/>
            <a:ext cx="1920240" cy="608760"/>
          </a:xfrm>
          <a:prstGeom prst="rect">
            <a:avLst/>
          </a:prstGeom>
          <a:noFill/>
          <a:ln w="9360">
            <a:noFill/>
          </a:ln>
        </p:spPr>
      </p:pic>
      <p:pic>
        <p:nvPicPr>
          <p:cNvPr id="121"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22" name="Group 6"/>
          <p:cNvGrpSpPr/>
          <p:nvPr/>
        </p:nvGrpSpPr>
        <p:grpSpPr>
          <a:xfrm>
            <a:off x="6146640" y="0"/>
            <a:ext cx="2996640" cy="875520"/>
            <a:chOff x="6146640" y="0"/>
            <a:chExt cx="2996640" cy="875520"/>
          </a:xfrm>
        </p:grpSpPr>
        <p:sp>
          <p:nvSpPr>
            <p:cNvPr id="123"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24" name="Picture 9" descr="LOGO.gif"/>
            <p:cNvPicPr/>
            <p:nvPr/>
          </p:nvPicPr>
          <p:blipFill>
            <a:blip r:embed="rId2"/>
            <a:srcRect b="10729"/>
            <a:stretch/>
          </p:blipFill>
          <p:spPr>
            <a:xfrm>
              <a:off x="6553080" y="228600"/>
              <a:ext cx="2056680" cy="634320"/>
            </a:xfrm>
            <a:prstGeom prst="rect">
              <a:avLst/>
            </a:prstGeom>
            <a:noFill/>
            <a:ln w="9360">
              <a:noFill/>
            </a:ln>
          </p:spPr>
        </p:pic>
        <p:sp>
          <p:nvSpPr>
            <p:cNvPr id="125"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26" name="Picture 15" descr="logo.jpg"/>
          <p:cNvPicPr/>
          <p:nvPr/>
        </p:nvPicPr>
        <p:blipFill>
          <a:blip r:embed="rId3"/>
          <a:stretch/>
        </p:blipFill>
        <p:spPr>
          <a:xfrm>
            <a:off x="6553080" y="228600"/>
            <a:ext cx="1920240" cy="608760"/>
          </a:xfrm>
          <a:prstGeom prst="rect">
            <a:avLst/>
          </a:prstGeom>
          <a:noFill/>
          <a:ln w="9360">
            <a:noFill/>
          </a:ln>
        </p:spPr>
      </p:pic>
      <p:sp>
        <p:nvSpPr>
          <p:cNvPr id="127"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28"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29"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130"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1"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32"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33"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34" name="Group 3"/>
          <p:cNvGrpSpPr/>
          <p:nvPr/>
        </p:nvGrpSpPr>
        <p:grpSpPr>
          <a:xfrm>
            <a:off x="6146640" y="0"/>
            <a:ext cx="2996640" cy="875520"/>
            <a:chOff x="6146640" y="0"/>
            <a:chExt cx="2996640" cy="875520"/>
          </a:xfrm>
        </p:grpSpPr>
        <p:sp>
          <p:nvSpPr>
            <p:cNvPr id="135"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36" name="Picture 9" descr="LOGO.gif"/>
            <p:cNvPicPr/>
            <p:nvPr/>
          </p:nvPicPr>
          <p:blipFill>
            <a:blip r:embed="rId2"/>
            <a:srcRect b="10729"/>
            <a:stretch/>
          </p:blipFill>
          <p:spPr>
            <a:xfrm>
              <a:off x="6553080" y="228600"/>
              <a:ext cx="2056680" cy="634320"/>
            </a:xfrm>
            <a:prstGeom prst="rect">
              <a:avLst/>
            </a:prstGeom>
            <a:noFill/>
            <a:ln w="9360">
              <a:noFill/>
            </a:ln>
          </p:spPr>
        </p:pic>
        <p:sp>
          <p:nvSpPr>
            <p:cNvPr id="137"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38" name="Picture 15" descr="logo.jpg"/>
          <p:cNvPicPr/>
          <p:nvPr/>
        </p:nvPicPr>
        <p:blipFill>
          <a:blip r:embed="rId3"/>
          <a:stretch/>
        </p:blipFill>
        <p:spPr>
          <a:xfrm>
            <a:off x="6553080" y="228600"/>
            <a:ext cx="1920240" cy="608760"/>
          </a:xfrm>
          <a:prstGeom prst="rect">
            <a:avLst/>
          </a:prstGeom>
          <a:noFill/>
          <a:ln w="9360">
            <a:noFill/>
          </a:ln>
        </p:spPr>
      </p:pic>
      <p:pic>
        <p:nvPicPr>
          <p:cNvPr id="139"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40" name="Group 6"/>
          <p:cNvGrpSpPr/>
          <p:nvPr/>
        </p:nvGrpSpPr>
        <p:grpSpPr>
          <a:xfrm>
            <a:off x="6146640" y="0"/>
            <a:ext cx="2996640" cy="875520"/>
            <a:chOff x="6146640" y="0"/>
            <a:chExt cx="2996640" cy="875520"/>
          </a:xfrm>
        </p:grpSpPr>
        <p:sp>
          <p:nvSpPr>
            <p:cNvPr id="141"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42" name="Picture 9" descr="LOGO.gif"/>
            <p:cNvPicPr/>
            <p:nvPr/>
          </p:nvPicPr>
          <p:blipFill>
            <a:blip r:embed="rId2"/>
            <a:srcRect b="10729"/>
            <a:stretch/>
          </p:blipFill>
          <p:spPr>
            <a:xfrm>
              <a:off x="6553080" y="228600"/>
              <a:ext cx="2056680" cy="634320"/>
            </a:xfrm>
            <a:prstGeom prst="rect">
              <a:avLst/>
            </a:prstGeom>
            <a:noFill/>
            <a:ln w="9360">
              <a:noFill/>
            </a:ln>
          </p:spPr>
        </p:pic>
        <p:sp>
          <p:nvSpPr>
            <p:cNvPr id="143"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44" name="Picture 15" descr="logo.jpg"/>
          <p:cNvPicPr/>
          <p:nvPr/>
        </p:nvPicPr>
        <p:blipFill>
          <a:blip r:embed="rId3"/>
          <a:stretch/>
        </p:blipFill>
        <p:spPr>
          <a:xfrm>
            <a:off x="6553080" y="228600"/>
            <a:ext cx="1920240" cy="608760"/>
          </a:xfrm>
          <a:prstGeom prst="rect">
            <a:avLst/>
          </a:prstGeom>
          <a:noFill/>
          <a:ln w="9360">
            <a:noFill/>
          </a:ln>
        </p:spPr>
      </p:pic>
      <p:sp>
        <p:nvSpPr>
          <p:cNvPr id="145"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46"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Seventh Outline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mediaAndTx" preserve="1">
  <p:cSld name="Centered Text">
    <p:bg>
      <p:bgPr>
        <a:solidFill>
          <a:srgbClr val="FFFFFF"/>
        </a:solidFill>
        <a:effectLst/>
      </p:bgPr>
    </p:bg>
    <p:spTree>
      <p:nvGrpSpPr>
        <p:cNvPr id="1" name=""/>
        <p:cNvGrpSpPr/>
        <p:nvPr/>
      </p:nvGrpSpPr>
      <p:grpSpPr>
        <a:xfrm>
          <a:off x="0" y="0"/>
          <a:ext cx="0" cy="0"/>
          <a:chOff x="0" y="0"/>
          <a:chExt cx="0" cy="0"/>
        </a:xfrm>
      </p:grpSpPr>
      <p:sp>
        <p:nvSpPr>
          <p:cNvPr id="147"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8"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49"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50"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51" name="Group 3"/>
          <p:cNvGrpSpPr/>
          <p:nvPr/>
        </p:nvGrpSpPr>
        <p:grpSpPr>
          <a:xfrm>
            <a:off x="6146640" y="0"/>
            <a:ext cx="2996640" cy="875520"/>
            <a:chOff x="6146640" y="0"/>
            <a:chExt cx="2996640" cy="875520"/>
          </a:xfrm>
        </p:grpSpPr>
        <p:sp>
          <p:nvSpPr>
            <p:cNvPr id="152"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53" name="Picture 9" descr="LOGO.gif"/>
            <p:cNvPicPr/>
            <p:nvPr/>
          </p:nvPicPr>
          <p:blipFill>
            <a:blip r:embed="rId2"/>
            <a:srcRect b="10729"/>
            <a:stretch/>
          </p:blipFill>
          <p:spPr>
            <a:xfrm>
              <a:off x="6553080" y="228600"/>
              <a:ext cx="2056680" cy="634320"/>
            </a:xfrm>
            <a:prstGeom prst="rect">
              <a:avLst/>
            </a:prstGeom>
            <a:noFill/>
            <a:ln w="9360">
              <a:noFill/>
            </a:ln>
          </p:spPr>
        </p:pic>
        <p:sp>
          <p:nvSpPr>
            <p:cNvPr id="154"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55" name="Picture 15" descr="logo.jpg"/>
          <p:cNvPicPr/>
          <p:nvPr/>
        </p:nvPicPr>
        <p:blipFill>
          <a:blip r:embed="rId3"/>
          <a:stretch/>
        </p:blipFill>
        <p:spPr>
          <a:xfrm>
            <a:off x="6553080" y="228600"/>
            <a:ext cx="1920240" cy="608760"/>
          </a:xfrm>
          <a:prstGeom prst="rect">
            <a:avLst/>
          </a:prstGeom>
          <a:noFill/>
          <a:ln w="9360">
            <a:noFill/>
          </a:ln>
        </p:spPr>
      </p:pic>
      <p:pic>
        <p:nvPicPr>
          <p:cNvPr id="156"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57" name="Group 6"/>
          <p:cNvGrpSpPr/>
          <p:nvPr/>
        </p:nvGrpSpPr>
        <p:grpSpPr>
          <a:xfrm>
            <a:off x="6146640" y="0"/>
            <a:ext cx="2996640" cy="875520"/>
            <a:chOff x="6146640" y="0"/>
            <a:chExt cx="2996640" cy="875520"/>
          </a:xfrm>
        </p:grpSpPr>
        <p:sp>
          <p:nvSpPr>
            <p:cNvPr id="158"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59" name="Picture 9" descr="LOGO.gif"/>
            <p:cNvPicPr/>
            <p:nvPr/>
          </p:nvPicPr>
          <p:blipFill>
            <a:blip r:embed="rId2"/>
            <a:srcRect b="10729"/>
            <a:stretch/>
          </p:blipFill>
          <p:spPr>
            <a:xfrm>
              <a:off x="6553080" y="228600"/>
              <a:ext cx="2056680" cy="634320"/>
            </a:xfrm>
            <a:prstGeom prst="rect">
              <a:avLst/>
            </a:prstGeom>
            <a:noFill/>
            <a:ln w="9360">
              <a:noFill/>
            </a:ln>
          </p:spPr>
        </p:pic>
        <p:sp>
          <p:nvSpPr>
            <p:cNvPr id="160"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61" name="Picture 15" descr="logo.jpg"/>
          <p:cNvPicPr/>
          <p:nvPr/>
        </p:nvPicPr>
        <p:blipFill>
          <a:blip r:embed="rId3"/>
          <a:stretch/>
        </p:blipFill>
        <p:spPr>
          <a:xfrm>
            <a:off x="6553080" y="228600"/>
            <a:ext cx="1920240" cy="608760"/>
          </a:xfrm>
          <a:prstGeom prst="rect">
            <a:avLst/>
          </a:prstGeom>
          <a:noFill/>
          <a:ln w="9360">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AndTx" preserve="1">
  <p:cSld name="Title, 2 Content and Content">
    <p:bg>
      <p:bgPr>
        <a:solidFill>
          <a:srgbClr val="FFFFFF"/>
        </a:solidFill>
        <a:effectLst/>
      </p:bgPr>
    </p:bg>
    <p:spTree>
      <p:nvGrpSpPr>
        <p:cNvPr id="1" name=""/>
        <p:cNvGrpSpPr/>
        <p:nvPr/>
      </p:nvGrpSpPr>
      <p:grpSpPr>
        <a:xfrm>
          <a:off x="0" y="0"/>
          <a:ext cx="0" cy="0"/>
          <a:chOff x="0" y="0"/>
          <a:chExt cx="0" cy="0"/>
        </a:xfrm>
      </p:grpSpPr>
      <p:sp>
        <p:nvSpPr>
          <p:cNvPr id="162"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63"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64"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65"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66" name="Group 3"/>
          <p:cNvGrpSpPr/>
          <p:nvPr/>
        </p:nvGrpSpPr>
        <p:grpSpPr>
          <a:xfrm>
            <a:off x="6146640" y="0"/>
            <a:ext cx="2996640" cy="875520"/>
            <a:chOff x="6146640" y="0"/>
            <a:chExt cx="2996640" cy="875520"/>
          </a:xfrm>
        </p:grpSpPr>
        <p:sp>
          <p:nvSpPr>
            <p:cNvPr id="167"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68" name="Picture 9" descr="LOGO.gif"/>
            <p:cNvPicPr/>
            <p:nvPr/>
          </p:nvPicPr>
          <p:blipFill>
            <a:blip r:embed="rId2"/>
            <a:srcRect b="10729"/>
            <a:stretch/>
          </p:blipFill>
          <p:spPr>
            <a:xfrm>
              <a:off x="6553080" y="228600"/>
              <a:ext cx="2056680" cy="634320"/>
            </a:xfrm>
            <a:prstGeom prst="rect">
              <a:avLst/>
            </a:prstGeom>
            <a:noFill/>
            <a:ln w="9360">
              <a:noFill/>
            </a:ln>
          </p:spPr>
        </p:pic>
        <p:sp>
          <p:nvSpPr>
            <p:cNvPr id="169"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70" name="Picture 15" descr="logo.jpg"/>
          <p:cNvPicPr/>
          <p:nvPr/>
        </p:nvPicPr>
        <p:blipFill>
          <a:blip r:embed="rId3"/>
          <a:stretch/>
        </p:blipFill>
        <p:spPr>
          <a:xfrm>
            <a:off x="6553080" y="228600"/>
            <a:ext cx="1920240" cy="608760"/>
          </a:xfrm>
          <a:prstGeom prst="rect">
            <a:avLst/>
          </a:prstGeom>
          <a:noFill/>
          <a:ln w="9360">
            <a:noFill/>
          </a:ln>
        </p:spPr>
      </p:pic>
      <p:pic>
        <p:nvPicPr>
          <p:cNvPr id="171"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72" name="Group 6"/>
          <p:cNvGrpSpPr/>
          <p:nvPr/>
        </p:nvGrpSpPr>
        <p:grpSpPr>
          <a:xfrm>
            <a:off x="6146640" y="0"/>
            <a:ext cx="2996640" cy="875520"/>
            <a:chOff x="6146640" y="0"/>
            <a:chExt cx="2996640" cy="875520"/>
          </a:xfrm>
        </p:grpSpPr>
        <p:sp>
          <p:nvSpPr>
            <p:cNvPr id="173"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74" name="Picture 9" descr="LOGO.gif"/>
            <p:cNvPicPr/>
            <p:nvPr/>
          </p:nvPicPr>
          <p:blipFill>
            <a:blip r:embed="rId2"/>
            <a:srcRect b="10729"/>
            <a:stretch/>
          </p:blipFill>
          <p:spPr>
            <a:xfrm>
              <a:off x="6553080" y="228600"/>
              <a:ext cx="2056680" cy="634320"/>
            </a:xfrm>
            <a:prstGeom prst="rect">
              <a:avLst/>
            </a:prstGeom>
            <a:noFill/>
            <a:ln w="9360">
              <a:noFill/>
            </a:ln>
          </p:spPr>
        </p:pic>
        <p:sp>
          <p:nvSpPr>
            <p:cNvPr id="175"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76" name="Picture 15" descr="logo.jpg"/>
          <p:cNvPicPr/>
          <p:nvPr/>
        </p:nvPicPr>
        <p:blipFill>
          <a:blip r:embed="rId3"/>
          <a:stretch/>
        </p:blipFill>
        <p:spPr>
          <a:xfrm>
            <a:off x="6553080" y="228600"/>
            <a:ext cx="1920240" cy="608760"/>
          </a:xfrm>
          <a:prstGeom prst="rect">
            <a:avLst/>
          </a:prstGeom>
          <a:noFill/>
          <a:ln w="9360">
            <a:noFill/>
          </a:ln>
        </p:spPr>
      </p:pic>
      <p:sp>
        <p:nvSpPr>
          <p:cNvPr id="177"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78" name="PlaceHolder 2"/>
          <p:cNvSpPr>
            <a:spLocks noGrp="1"/>
          </p:cNvSpPr>
          <p:nvPr>
            <p:ph type="body"/>
          </p:nvPr>
        </p:nvSpPr>
        <p:spPr>
          <a:xfrm>
            <a:off x="45720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79"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80" name="PlaceHolder 4"/>
          <p:cNvSpPr>
            <a:spLocks noGrp="1"/>
          </p:cNvSpPr>
          <p:nvPr>
            <p:ph type="body"/>
          </p:nvPr>
        </p:nvSpPr>
        <p:spPr>
          <a:xfrm>
            <a:off x="457200" y="368208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TwoObj" preserve="1">
  <p:cSld name="Title Content and 2 Content">
    <p:bg>
      <p:bgPr>
        <a:solidFill>
          <a:srgbClr val="FFFFFF"/>
        </a:solidFill>
        <a:effectLst/>
      </p:bgPr>
    </p:bg>
    <p:spTree>
      <p:nvGrpSpPr>
        <p:cNvPr id="1" name=""/>
        <p:cNvGrpSpPr/>
        <p:nvPr/>
      </p:nvGrpSpPr>
      <p:grpSpPr>
        <a:xfrm>
          <a:off x="0" y="0"/>
          <a:ext cx="0" cy="0"/>
          <a:chOff x="0" y="0"/>
          <a:chExt cx="0" cy="0"/>
        </a:xfrm>
      </p:grpSpPr>
      <p:sp>
        <p:nvSpPr>
          <p:cNvPr id="181"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2"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83"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84"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85" name="Group 3"/>
          <p:cNvGrpSpPr/>
          <p:nvPr/>
        </p:nvGrpSpPr>
        <p:grpSpPr>
          <a:xfrm>
            <a:off x="6146640" y="0"/>
            <a:ext cx="2996640" cy="875520"/>
            <a:chOff x="6146640" y="0"/>
            <a:chExt cx="2996640" cy="875520"/>
          </a:xfrm>
        </p:grpSpPr>
        <p:sp>
          <p:nvSpPr>
            <p:cNvPr id="186"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87" name="Picture 9" descr="LOGO.gif"/>
            <p:cNvPicPr/>
            <p:nvPr/>
          </p:nvPicPr>
          <p:blipFill>
            <a:blip r:embed="rId2"/>
            <a:srcRect b="10729"/>
            <a:stretch/>
          </p:blipFill>
          <p:spPr>
            <a:xfrm>
              <a:off x="6553080" y="228600"/>
              <a:ext cx="2056680" cy="634320"/>
            </a:xfrm>
            <a:prstGeom prst="rect">
              <a:avLst/>
            </a:prstGeom>
            <a:noFill/>
            <a:ln w="9360">
              <a:noFill/>
            </a:ln>
          </p:spPr>
        </p:pic>
        <p:sp>
          <p:nvSpPr>
            <p:cNvPr id="188"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89" name="Picture 15" descr="logo.jpg"/>
          <p:cNvPicPr/>
          <p:nvPr/>
        </p:nvPicPr>
        <p:blipFill>
          <a:blip r:embed="rId3"/>
          <a:stretch/>
        </p:blipFill>
        <p:spPr>
          <a:xfrm>
            <a:off x="6553080" y="228600"/>
            <a:ext cx="1920240" cy="608760"/>
          </a:xfrm>
          <a:prstGeom prst="rect">
            <a:avLst/>
          </a:prstGeom>
          <a:noFill/>
          <a:ln w="9360">
            <a:noFill/>
          </a:ln>
        </p:spPr>
      </p:pic>
      <p:pic>
        <p:nvPicPr>
          <p:cNvPr id="190"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91" name="Group 6"/>
          <p:cNvGrpSpPr/>
          <p:nvPr/>
        </p:nvGrpSpPr>
        <p:grpSpPr>
          <a:xfrm>
            <a:off x="6146640" y="0"/>
            <a:ext cx="2996640" cy="875520"/>
            <a:chOff x="6146640" y="0"/>
            <a:chExt cx="2996640" cy="875520"/>
          </a:xfrm>
        </p:grpSpPr>
        <p:sp>
          <p:nvSpPr>
            <p:cNvPr id="192"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93" name="Picture 9" descr="LOGO.gif"/>
            <p:cNvPicPr/>
            <p:nvPr/>
          </p:nvPicPr>
          <p:blipFill>
            <a:blip r:embed="rId2"/>
            <a:srcRect b="10729"/>
            <a:stretch/>
          </p:blipFill>
          <p:spPr>
            <a:xfrm>
              <a:off x="6553080" y="228600"/>
              <a:ext cx="2056680" cy="634320"/>
            </a:xfrm>
            <a:prstGeom prst="rect">
              <a:avLst/>
            </a:prstGeom>
            <a:noFill/>
            <a:ln w="9360">
              <a:noFill/>
            </a:ln>
          </p:spPr>
        </p:pic>
        <p:sp>
          <p:nvSpPr>
            <p:cNvPr id="194"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95" name="Picture 15" descr="logo.jpg"/>
          <p:cNvPicPr/>
          <p:nvPr/>
        </p:nvPicPr>
        <p:blipFill>
          <a:blip r:embed="rId3"/>
          <a:stretch/>
        </p:blipFill>
        <p:spPr>
          <a:xfrm>
            <a:off x="6553080" y="228600"/>
            <a:ext cx="1920240" cy="608760"/>
          </a:xfrm>
          <a:prstGeom prst="rect">
            <a:avLst/>
          </a:prstGeom>
          <a:noFill/>
          <a:ln w="9360">
            <a:noFill/>
          </a:ln>
        </p:spPr>
      </p:pic>
      <p:sp>
        <p:nvSpPr>
          <p:cNvPr id="196"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97"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98" name="PlaceHolder 3"/>
          <p:cNvSpPr>
            <a:spLocks noGrp="1"/>
          </p:cNvSpPr>
          <p:nvPr>
            <p:ph type="body"/>
          </p:nvPr>
        </p:nvSpPr>
        <p:spPr>
          <a:xfrm>
            <a:off x="467424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99" name="PlaceHolder 4"/>
          <p:cNvSpPr>
            <a:spLocks noGrp="1"/>
          </p:cNvSpPr>
          <p:nvPr>
            <p:ph type="body"/>
          </p:nvPr>
        </p:nvSpPr>
        <p:spPr>
          <a:xfrm>
            <a:off x="4674240" y="368208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bg>
      <p:bgPr>
        <a:solidFill>
          <a:srgbClr val="FFFFFF"/>
        </a:solidFill>
        <a:effectLst/>
      </p:bgPr>
    </p:bg>
    <p:spTree>
      <p:nvGrpSpPr>
        <p:cNvPr id="1" name=""/>
        <p:cNvGrpSpPr/>
        <p:nvPr/>
      </p:nvGrpSpPr>
      <p:grpSpPr>
        <a:xfrm>
          <a:off x="0" y="0"/>
          <a:ext cx="0" cy="0"/>
          <a:chOff x="0" y="0"/>
          <a:chExt cx="0" cy="0"/>
        </a:xfrm>
      </p:grpSpPr>
      <p:sp>
        <p:nvSpPr>
          <p:cNvPr id="200"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01"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02"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203"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204" name="Group 3"/>
          <p:cNvGrpSpPr/>
          <p:nvPr/>
        </p:nvGrpSpPr>
        <p:grpSpPr>
          <a:xfrm>
            <a:off x="6146640" y="0"/>
            <a:ext cx="2996640" cy="875520"/>
            <a:chOff x="6146640" y="0"/>
            <a:chExt cx="2996640" cy="875520"/>
          </a:xfrm>
        </p:grpSpPr>
        <p:sp>
          <p:nvSpPr>
            <p:cNvPr id="205"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06" name="Picture 9" descr="LOGO.gif"/>
            <p:cNvPicPr/>
            <p:nvPr/>
          </p:nvPicPr>
          <p:blipFill>
            <a:blip r:embed="rId2"/>
            <a:srcRect b="10729"/>
            <a:stretch/>
          </p:blipFill>
          <p:spPr>
            <a:xfrm>
              <a:off x="6553080" y="228600"/>
              <a:ext cx="2056680" cy="634320"/>
            </a:xfrm>
            <a:prstGeom prst="rect">
              <a:avLst/>
            </a:prstGeom>
            <a:noFill/>
            <a:ln w="9360">
              <a:noFill/>
            </a:ln>
          </p:spPr>
        </p:pic>
        <p:sp>
          <p:nvSpPr>
            <p:cNvPr id="207"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208" name="Picture 15" descr="logo.jpg"/>
          <p:cNvPicPr/>
          <p:nvPr/>
        </p:nvPicPr>
        <p:blipFill>
          <a:blip r:embed="rId3"/>
          <a:stretch/>
        </p:blipFill>
        <p:spPr>
          <a:xfrm>
            <a:off x="6553080" y="228600"/>
            <a:ext cx="1920240" cy="608760"/>
          </a:xfrm>
          <a:prstGeom prst="rect">
            <a:avLst/>
          </a:prstGeom>
          <a:noFill/>
          <a:ln w="9360">
            <a:noFill/>
          </a:ln>
        </p:spPr>
      </p:pic>
      <p:pic>
        <p:nvPicPr>
          <p:cNvPr id="209"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210" name="Group 6"/>
          <p:cNvGrpSpPr/>
          <p:nvPr/>
        </p:nvGrpSpPr>
        <p:grpSpPr>
          <a:xfrm>
            <a:off x="6146640" y="0"/>
            <a:ext cx="2996640" cy="875520"/>
            <a:chOff x="6146640" y="0"/>
            <a:chExt cx="2996640" cy="875520"/>
          </a:xfrm>
        </p:grpSpPr>
        <p:sp>
          <p:nvSpPr>
            <p:cNvPr id="211"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12" name="Picture 9" descr="LOGO.gif"/>
            <p:cNvPicPr/>
            <p:nvPr/>
          </p:nvPicPr>
          <p:blipFill>
            <a:blip r:embed="rId2"/>
            <a:srcRect b="10729"/>
            <a:stretch/>
          </p:blipFill>
          <p:spPr>
            <a:xfrm>
              <a:off x="6553080" y="228600"/>
              <a:ext cx="2056680" cy="634320"/>
            </a:xfrm>
            <a:prstGeom prst="rect">
              <a:avLst/>
            </a:prstGeom>
            <a:noFill/>
            <a:ln w="9360">
              <a:noFill/>
            </a:ln>
          </p:spPr>
        </p:pic>
        <p:sp>
          <p:nvSpPr>
            <p:cNvPr id="213"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214" name="Picture 15" descr="logo.jpg"/>
          <p:cNvPicPr/>
          <p:nvPr/>
        </p:nvPicPr>
        <p:blipFill>
          <a:blip r:embed="rId3"/>
          <a:stretch/>
        </p:blipFill>
        <p:spPr>
          <a:xfrm>
            <a:off x="6553080" y="228600"/>
            <a:ext cx="1920240" cy="608760"/>
          </a:xfrm>
          <a:prstGeom prst="rect">
            <a:avLst/>
          </a:prstGeom>
          <a:noFill/>
          <a:ln w="9360">
            <a:noFill/>
          </a:ln>
        </p:spPr>
      </p:pic>
      <p:sp>
        <p:nvSpPr>
          <p:cNvPr id="215"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216" name="PlaceHolder 2"/>
          <p:cNvSpPr>
            <a:spLocks noGrp="1"/>
          </p:cNvSpPr>
          <p:nvPr>
            <p:ph type="body"/>
          </p:nvPr>
        </p:nvSpPr>
        <p:spPr>
          <a:xfrm>
            <a:off x="45720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217" name="PlaceHolder 3"/>
          <p:cNvSpPr>
            <a:spLocks noGrp="1"/>
          </p:cNvSpPr>
          <p:nvPr>
            <p:ph type="body"/>
          </p:nvPr>
        </p:nvSpPr>
        <p:spPr>
          <a:xfrm>
            <a:off x="467424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218" name="PlaceHolder 4"/>
          <p:cNvSpPr>
            <a:spLocks noGrp="1"/>
          </p:cNvSpPr>
          <p:nvPr>
            <p:ph type="body"/>
          </p:nvPr>
        </p:nvSpPr>
        <p:spPr>
          <a:xfrm>
            <a:off x="457200" y="3682080"/>
            <a:ext cx="8228880" cy="1896480"/>
          </a:xfrm>
          <a:prstGeom prst="rect">
            <a:avLst/>
          </a:prstGeom>
          <a:noFill/>
          <a:ln w="0">
            <a:noFill/>
          </a:ln>
        </p:spPr>
        <p:txBody>
          <a:bodyPr lIns="0" tIns="0" rIns="0" bIns="0" anchor="t">
            <a:normAutofit fontScale="70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hyperlink" Target="https://vitejs.dev/" TargetMode="External"/><Relationship Id="rId7" Type="http://schemas.openxmlformats.org/officeDocument/2006/relationships/hyperlink" Target="https://nodejs.org/en/docs" TargetMode="External"/><Relationship Id="rId2" Type="http://schemas.openxmlformats.org/officeDocument/2006/relationships/hyperlink" Target="https://react.dev/" TargetMode="External"/><Relationship Id="rId1" Type="http://schemas.openxmlformats.org/officeDocument/2006/relationships/slideLayout" Target="../slideLayouts/slideLayout6.xml"/><Relationship Id="rId6" Type="http://schemas.openxmlformats.org/officeDocument/2006/relationships/hyperlink" Target="https://expressjs.com/" TargetMode="External"/><Relationship Id="rId5" Type="http://schemas.openxmlformats.org/officeDocument/2006/relationships/hyperlink" Target="https://www.mongodb.com/docs" TargetMode="External"/><Relationship Id="rId4" Type="http://schemas.openxmlformats.org/officeDocument/2006/relationships/hyperlink" Target="https://tailwindcss.com/doc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TextShape 1"/>
          <p:cNvSpPr/>
          <p:nvPr/>
        </p:nvSpPr>
        <p:spPr>
          <a:xfrm>
            <a:off x="0" y="1105095"/>
            <a:ext cx="9143640" cy="5752545"/>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defTabSz="914400">
              <a:lnSpc>
                <a:spcPct val="100000"/>
              </a:lnSpc>
              <a:spcBef>
                <a:spcPts val="400"/>
              </a:spcBef>
            </a:pPr>
            <a:r>
              <a:rPr lang="en-IN" sz="1800" b="1" u="none" strike="noStrike" dirty="0">
                <a:solidFill>
                  <a:schemeClr val="dk1"/>
                </a:solidFill>
                <a:effectLst/>
                <a:uFillTx/>
                <a:latin typeface="Times New Roman"/>
                <a:ea typeface="Calibri"/>
              </a:rPr>
              <a:t>Project Presentation of </a:t>
            </a:r>
            <a:r>
              <a:rPr lang="en-IN" b="1" dirty="0">
                <a:solidFill>
                  <a:schemeClr val="dk1"/>
                </a:solidFill>
                <a:latin typeface="Times New Roman"/>
                <a:ea typeface="Calibri"/>
              </a:rPr>
              <a:t>IOHE</a:t>
            </a:r>
            <a:endParaRPr lang="en-US" sz="1800" b="0" u="none" strike="noStrike" dirty="0">
              <a:solidFill>
                <a:srgbClr val="000000"/>
              </a:solidFill>
              <a:effectLst/>
              <a:uFillTx/>
              <a:latin typeface="Arial"/>
            </a:endParaRPr>
          </a:p>
          <a:p>
            <a:pPr algn="ctr" defTabSz="914400">
              <a:lnSpc>
                <a:spcPct val="100000"/>
              </a:lnSpc>
              <a:spcBef>
                <a:spcPts val="400"/>
              </a:spcBef>
            </a:pPr>
            <a:r>
              <a:rPr lang="en-US" sz="2000" b="0" u="none" strike="noStrike" dirty="0">
                <a:solidFill>
                  <a:schemeClr val="dk1"/>
                </a:solidFill>
                <a:effectLst/>
                <a:uFillTx/>
                <a:latin typeface="Times New Roman"/>
                <a:ea typeface="Calibri"/>
              </a:rPr>
              <a:t>On</a:t>
            </a:r>
            <a:endParaRPr lang="en-US" sz="2000" b="0" u="none" strike="noStrike" dirty="0">
              <a:solidFill>
                <a:srgbClr val="000000"/>
              </a:solidFill>
              <a:effectLst/>
              <a:uFillTx/>
              <a:latin typeface="Arial"/>
            </a:endParaRPr>
          </a:p>
          <a:p>
            <a:pPr algn="ctr" defTabSz="914400">
              <a:lnSpc>
                <a:spcPct val="100000"/>
              </a:lnSpc>
              <a:spcBef>
                <a:spcPts val="400"/>
              </a:spcBef>
            </a:pPr>
            <a:r>
              <a:rPr lang="en-US" sz="4800" dirty="0">
                <a:solidFill>
                  <a:schemeClr val="dk1"/>
                </a:solidFill>
                <a:latin typeface="Times New Roman"/>
                <a:ea typeface="Calibri"/>
              </a:rPr>
              <a:t>Smart Campus</a:t>
            </a:r>
          </a:p>
          <a:p>
            <a:pPr algn="ctr" defTabSz="914400">
              <a:lnSpc>
                <a:spcPct val="100000"/>
              </a:lnSpc>
              <a:spcBef>
                <a:spcPts val="400"/>
              </a:spcBef>
            </a:pPr>
            <a:br>
              <a:rPr sz="2000" dirty="0"/>
            </a:br>
            <a:r>
              <a:rPr lang="en-US" sz="2000" dirty="0">
                <a:solidFill>
                  <a:srgbClr val="000000"/>
                </a:solidFill>
                <a:latin typeface="Times New Roman"/>
                <a:ea typeface="MS PGothic"/>
              </a:rPr>
              <a:t>Abhishek Kumar (2210991167)</a:t>
            </a:r>
          </a:p>
          <a:p>
            <a:pPr algn="ctr" defTabSz="914400">
              <a:lnSpc>
                <a:spcPct val="100000"/>
              </a:lnSpc>
              <a:spcBef>
                <a:spcPts val="400"/>
              </a:spcBef>
            </a:pPr>
            <a:r>
              <a:rPr lang="en-US" sz="2000" b="0" u="none" strike="noStrike" dirty="0">
                <a:solidFill>
                  <a:srgbClr val="000000"/>
                </a:solidFill>
                <a:effectLst/>
                <a:uFillTx/>
                <a:latin typeface="Times New Roman"/>
                <a:ea typeface="MS PGothic"/>
              </a:rPr>
              <a:t>Supervised By: </a:t>
            </a:r>
            <a:r>
              <a:rPr lang="en-US" sz="2000" dirty="0">
                <a:solidFill>
                  <a:srgbClr val="000000"/>
                </a:solidFill>
                <a:latin typeface="Times New Roman"/>
                <a:ea typeface="MS PGothic"/>
              </a:rPr>
              <a:t>Dr. Shikha Tuteja</a:t>
            </a:r>
          </a:p>
          <a:p>
            <a:pPr algn="ctr" defTabSz="914400">
              <a:lnSpc>
                <a:spcPct val="100000"/>
              </a:lnSpc>
              <a:spcBef>
                <a:spcPts val="400"/>
              </a:spcBef>
            </a:pPr>
            <a:endParaRPr lang="en-US" sz="2000" b="0" u="none" strike="noStrike" dirty="0">
              <a:solidFill>
                <a:srgbClr val="000000"/>
              </a:solidFill>
              <a:effectLst/>
              <a:uFillTx/>
              <a:latin typeface="Times New Roman"/>
              <a:ea typeface="MS PGothic"/>
            </a:endParaRPr>
          </a:p>
          <a:p>
            <a:pPr algn="ctr" defTabSz="914400">
              <a:lnSpc>
                <a:spcPct val="100000"/>
              </a:lnSpc>
              <a:spcBef>
                <a:spcPts val="400"/>
              </a:spcBef>
            </a:pPr>
            <a:endParaRPr lang="en-US" sz="2000" b="0" u="none" strike="noStrike" dirty="0">
              <a:solidFill>
                <a:srgbClr val="000000"/>
              </a:solidFill>
              <a:effectLst/>
              <a:uFillTx/>
              <a:latin typeface="Arial"/>
            </a:endParaRPr>
          </a:p>
          <a:p>
            <a:pPr algn="ctr" defTabSz="914400">
              <a:lnSpc>
                <a:spcPct val="100000"/>
              </a:lnSpc>
              <a:spcBef>
                <a:spcPts val="400"/>
              </a:spcBef>
            </a:pPr>
            <a:r>
              <a:rPr lang="en-US" sz="2400" b="0" u="none" strike="noStrike" dirty="0">
                <a:solidFill>
                  <a:schemeClr val="dk1"/>
                </a:solidFill>
                <a:effectLst/>
                <a:uFillTx/>
                <a:latin typeface="Times New Roman"/>
                <a:ea typeface="MS PGothic"/>
              </a:rPr>
              <a:t>Department of Computer Science and Engineering, </a:t>
            </a:r>
            <a:endParaRPr lang="en-US" sz="2400" b="0" u="none" strike="noStrike" dirty="0">
              <a:solidFill>
                <a:srgbClr val="000000"/>
              </a:solidFill>
              <a:effectLst/>
              <a:uFillTx/>
              <a:latin typeface="Arial"/>
            </a:endParaRPr>
          </a:p>
          <a:p>
            <a:pPr algn="ctr" defTabSz="914400">
              <a:lnSpc>
                <a:spcPct val="100000"/>
              </a:lnSpc>
              <a:spcBef>
                <a:spcPts val="400"/>
              </a:spcBef>
            </a:pPr>
            <a:r>
              <a:rPr lang="en-US" sz="2400" b="0" u="none" strike="noStrike" dirty="0">
                <a:solidFill>
                  <a:schemeClr val="dk1"/>
                </a:solidFill>
                <a:effectLst/>
                <a:uFillTx/>
                <a:latin typeface="Times New Roman"/>
                <a:ea typeface="MS PGothic"/>
              </a:rPr>
              <a:t>Chitkara University, Punjab</a:t>
            </a:r>
            <a:endParaRPr lang="en-US" sz="2400" b="0" u="none" strike="noStrike" dirty="0">
              <a:solidFill>
                <a:srgbClr val="000000"/>
              </a:solidFill>
              <a:effectLst/>
              <a:uFillTx/>
              <a:latin typeface="Arial"/>
            </a:endParaRPr>
          </a:p>
          <a:p>
            <a:pPr algn="ctr" defTabSz="914400">
              <a:lnSpc>
                <a:spcPct val="150000"/>
              </a:lnSpc>
              <a:spcBef>
                <a:spcPts val="400"/>
              </a:spcBef>
            </a:pPr>
            <a:endParaRPr lang="en-US" sz="2000" b="0" u="none" strike="noStrike" dirty="0">
              <a:solidFill>
                <a:srgbClr val="000000"/>
              </a:solidFill>
              <a:effectLst/>
              <a:uFillTx/>
              <a:latin typeface="Arial"/>
            </a:endParaRPr>
          </a:p>
          <a:p>
            <a:pPr defTabSz="914400">
              <a:lnSpc>
                <a:spcPct val="100000"/>
              </a:lnSpc>
              <a:spcBef>
                <a:spcPts val="641"/>
              </a:spcBef>
            </a:pPr>
            <a:endParaRPr lang="en-US" sz="2000" b="0" u="none" strike="noStrike" dirty="0">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Shape 1"/>
          <p:cNvSpPr/>
          <p:nvPr/>
        </p:nvSpPr>
        <p:spPr>
          <a:xfrm>
            <a:off x="350640" y="0"/>
            <a:ext cx="6019200" cy="8373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 sz="3200" b="0" u="none" strike="noStrike">
                <a:solidFill>
                  <a:schemeClr val="dk1"/>
                </a:solidFill>
                <a:effectLst/>
                <a:uFillTx/>
                <a:latin typeface="Times New Roman"/>
                <a:ea typeface="DejaVu Sans"/>
              </a:rPr>
              <a:t>Introduction</a:t>
            </a:r>
            <a:endParaRPr lang="en-US" sz="3200" b="0" u="none" strike="noStrike">
              <a:solidFill>
                <a:srgbClr val="000000"/>
              </a:solidFill>
              <a:effectLst/>
              <a:uFillTx/>
              <a:latin typeface="Arial"/>
            </a:endParaRPr>
          </a:p>
        </p:txBody>
      </p:sp>
      <p:sp>
        <p:nvSpPr>
          <p:cNvPr id="227" name="TextShape 3"/>
          <p:cNvSpPr/>
          <p:nvPr/>
        </p:nvSpPr>
        <p:spPr>
          <a:xfrm>
            <a:off x="6553080" y="6356520"/>
            <a:ext cx="21330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21D82352-9756-476F-A9CF-4775124B2ADF}" type="slidenum">
              <a:rPr lang="en-US" sz="1200" b="1" u="none" strike="noStrike">
                <a:solidFill>
                  <a:srgbClr val="000000"/>
                </a:solidFill>
                <a:effectLst/>
                <a:uFillTx/>
                <a:latin typeface="Calibri"/>
                <a:ea typeface="MS PGothic"/>
              </a:rPr>
              <a:t>2</a:t>
            </a:fld>
            <a:endParaRPr lang="en-US" sz="1200" b="0" u="none" strike="noStrike">
              <a:solidFill>
                <a:srgbClr val="000000"/>
              </a:solidFill>
              <a:effectLst/>
              <a:uFillTx/>
              <a:latin typeface="Arial"/>
            </a:endParaRPr>
          </a:p>
        </p:txBody>
      </p:sp>
      <p:sp>
        <p:nvSpPr>
          <p:cNvPr id="228" name="TextShape 2"/>
          <p:cNvSpPr/>
          <p:nvPr/>
        </p:nvSpPr>
        <p:spPr>
          <a:xfrm>
            <a:off x="88589" y="832789"/>
            <a:ext cx="8964311" cy="5882371"/>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spcBef>
                <a:spcPts val="1191"/>
              </a:spcBef>
              <a:spcAft>
                <a:spcPts val="992"/>
              </a:spcAft>
            </a:pPr>
            <a:r>
              <a:rPr lang="en-US" sz="2000" b="1" dirty="0">
                <a:solidFill>
                  <a:srgbClr val="000000"/>
                </a:solidFill>
                <a:latin typeface="Times New Roman"/>
                <a:ea typeface="DejaVu Sans"/>
              </a:rPr>
              <a:t>1.1</a:t>
            </a:r>
            <a:r>
              <a:rPr lang="en-US" sz="2000" b="1" u="none" strike="noStrike" dirty="0">
                <a:solidFill>
                  <a:srgbClr val="000000"/>
                </a:solidFill>
                <a:effectLst/>
                <a:uFillTx/>
                <a:latin typeface="Times New Roman"/>
                <a:ea typeface="DejaVu Sans"/>
              </a:rPr>
              <a:t> Background</a:t>
            </a:r>
            <a:endParaRPr lang="en-US" sz="2000" b="0" u="none" strike="noStrike" dirty="0">
              <a:solidFill>
                <a:srgbClr val="000000"/>
              </a:solidFill>
              <a:effectLst/>
              <a:uFillTx/>
              <a:latin typeface="Arial"/>
            </a:endParaRPr>
          </a:p>
          <a:p>
            <a:pPr marL="285750" indent="-285750">
              <a:buFont typeface="Arial" panose="020B0604020202020204" pitchFamily="34" charset="0"/>
              <a:buChar char="•"/>
            </a:pPr>
            <a:r>
              <a:rPr lang="en-US" sz="1600" b="1" dirty="0">
                <a:ea typeface="+mn-lt"/>
                <a:cs typeface="+mn-lt"/>
              </a:rPr>
              <a:t>Manual Management:</a:t>
            </a:r>
            <a:r>
              <a:rPr lang="en-US" sz="1600" dirty="0">
                <a:ea typeface="+mn-lt"/>
                <a:cs typeface="+mn-lt"/>
              </a:rPr>
              <a:t> Seminar halls and study rooms are managed manually without a proper system.</a:t>
            </a:r>
          </a:p>
          <a:p>
            <a:pPr marL="285750" indent="-285750">
              <a:buFont typeface="Arial" panose="020B0604020202020204" pitchFamily="34" charset="0"/>
              <a:buChar char="•"/>
            </a:pPr>
            <a:endParaRPr lang="en-US" sz="1600" dirty="0">
              <a:ea typeface="+mn-lt"/>
              <a:cs typeface="+mn-lt"/>
            </a:endParaRPr>
          </a:p>
          <a:p>
            <a:pPr marL="285750" indent="-285750">
              <a:buFont typeface="Arial" panose="020B0604020202020204" pitchFamily="34" charset="0"/>
              <a:buChar char="•"/>
            </a:pPr>
            <a:r>
              <a:rPr lang="en-US" sz="1600" b="1" dirty="0">
                <a:ea typeface="+mn-lt"/>
                <a:cs typeface="+mn-lt"/>
              </a:rPr>
              <a:t>Availability Problems:</a:t>
            </a:r>
            <a:r>
              <a:rPr lang="en-US" sz="1600" dirty="0">
                <a:ea typeface="+mn-lt"/>
                <a:cs typeface="+mn-lt"/>
              </a:rPr>
              <a:t> Students do not know if a room is available in real time, which causes wasted time and booking clashes.</a:t>
            </a:r>
          </a:p>
          <a:p>
            <a:pPr marL="285750" indent="-285750">
              <a:buFont typeface="Arial" panose="020B0604020202020204" pitchFamily="34" charset="0"/>
              <a:buChar char="•"/>
            </a:pPr>
            <a:endParaRPr lang="en-US" sz="1600" dirty="0">
              <a:ea typeface="+mn-lt"/>
              <a:cs typeface="+mn-lt"/>
            </a:endParaRPr>
          </a:p>
          <a:p>
            <a:pPr marL="285750" indent="-285750">
              <a:buFont typeface="Arial" panose="020B0604020202020204" pitchFamily="34" charset="0"/>
              <a:buChar char="•"/>
            </a:pPr>
            <a:r>
              <a:rPr lang="en-US" sz="1600" b="1" dirty="0">
                <a:ea typeface="+mn-lt"/>
                <a:cs typeface="+mn-lt"/>
              </a:rPr>
              <a:t>Poor Resource Usage:</a:t>
            </a:r>
            <a:r>
              <a:rPr lang="en-US" sz="1600" dirty="0">
                <a:ea typeface="+mn-lt"/>
                <a:cs typeface="+mn-lt"/>
              </a:rPr>
              <a:t> Some users keep spaces occupied for too long because there are no time limits.</a:t>
            </a:r>
            <a:endParaRPr lang="en-US" dirty="0">
              <a:ea typeface="+mn-lt"/>
              <a:cs typeface="+mn-lt"/>
            </a:endParaRPr>
          </a:p>
          <a:p>
            <a:pPr marL="285750" indent="-285750">
              <a:buFont typeface="Arial" panose="020B0604020202020204" pitchFamily="34" charset="0"/>
              <a:buChar char="•"/>
            </a:pPr>
            <a:endParaRPr lang="en-US" sz="1600" dirty="0">
              <a:ea typeface="+mn-lt"/>
              <a:cs typeface="+mn-lt"/>
            </a:endParaRPr>
          </a:p>
          <a:p>
            <a:pPr marL="285750" indent="-285750">
              <a:buFont typeface="Arial" panose="020B0604020202020204" pitchFamily="34" charset="0"/>
              <a:buChar char="•"/>
            </a:pPr>
            <a:r>
              <a:rPr lang="en-US" sz="1600" b="1" dirty="0">
                <a:ea typeface="+mn-lt"/>
                <a:cs typeface="+mn-lt"/>
              </a:rPr>
              <a:t>Lack of Monitoring:</a:t>
            </a:r>
            <a:r>
              <a:rPr lang="en-US" sz="1600" dirty="0">
                <a:ea typeface="+mn-lt"/>
                <a:cs typeface="+mn-lt"/>
              </a:rPr>
              <a:t> There is no central system to track room usage or make sure all students get fair access to facilities. </a:t>
            </a:r>
            <a:endParaRPr lang="en-US" dirty="0"/>
          </a:p>
          <a:p>
            <a:endParaRPr lang="en-US" sz="1600" b="1" dirty="0">
              <a:latin typeface="Times New Roman"/>
            </a:endParaRPr>
          </a:p>
          <a:p>
            <a:endParaRPr lang="en-US" sz="1600" b="1" u="none" strike="noStrike" dirty="0">
              <a:solidFill>
                <a:srgbClr val="000000"/>
              </a:solidFill>
              <a:effectLst/>
              <a:uFillTx/>
              <a:latin typeface="Times New Roman"/>
              <a:ea typeface="DejaVu Sans"/>
            </a:endParaRPr>
          </a:p>
          <a:p>
            <a:r>
              <a:rPr lang="en-US" sz="2000" b="1" dirty="0">
                <a:solidFill>
                  <a:srgbClr val="000000"/>
                </a:solidFill>
                <a:latin typeface="Times New Roman"/>
                <a:ea typeface="DejaVu Sans"/>
              </a:rPr>
              <a:t>1.2</a:t>
            </a:r>
            <a:r>
              <a:rPr lang="en-US" sz="2000" b="1" u="none" strike="noStrike" dirty="0">
                <a:solidFill>
                  <a:srgbClr val="000000"/>
                </a:solidFill>
                <a:effectLst/>
                <a:uFillTx/>
                <a:latin typeface="Times New Roman"/>
                <a:ea typeface="DejaVu Sans"/>
              </a:rPr>
              <a:t> Problem Statement</a:t>
            </a:r>
            <a:endParaRPr lang="en-US" sz="2000" b="0" u="none" strike="noStrike" dirty="0">
              <a:solidFill>
                <a:srgbClr val="000000"/>
              </a:solidFill>
              <a:effectLst/>
              <a:uFillTx/>
              <a:latin typeface="Arial"/>
            </a:endParaRPr>
          </a:p>
          <a:p>
            <a:pPr marL="285750" indent="-285750">
              <a:buFont typeface="Arial" panose="020B0604020202020204" pitchFamily="34" charset="0"/>
              <a:buChar char="•"/>
            </a:pPr>
            <a:r>
              <a:rPr lang="en-US" sz="1600" b="1" dirty="0">
                <a:ea typeface="+mn-lt"/>
                <a:cs typeface="+mn-lt"/>
              </a:rPr>
              <a:t>Centralized Management:</a:t>
            </a:r>
            <a:r>
              <a:rPr lang="en-US" sz="1600" dirty="0">
                <a:ea typeface="+mn-lt"/>
                <a:cs typeface="+mn-lt"/>
              </a:rPr>
              <a:t> Create one digital system to easily book and manage shared college spaces.</a:t>
            </a:r>
          </a:p>
          <a:p>
            <a:pPr marL="285750" indent="-285750">
              <a:buFont typeface="Arial" panose="020B0604020202020204" pitchFamily="34" charset="0"/>
              <a:buChar char="•"/>
            </a:pPr>
            <a:endParaRPr lang="en-US" sz="1600" dirty="0">
              <a:ea typeface="+mn-lt"/>
              <a:cs typeface="+mn-lt"/>
            </a:endParaRPr>
          </a:p>
          <a:p>
            <a:pPr marL="285750" indent="-285750">
              <a:buFont typeface="Arial" panose="020B0604020202020204" pitchFamily="34" charset="0"/>
              <a:buChar char="•"/>
            </a:pPr>
            <a:r>
              <a:rPr lang="en-US" sz="1600" b="1" dirty="0">
                <a:ea typeface="+mn-lt"/>
                <a:cs typeface="+mn-lt"/>
              </a:rPr>
              <a:t>Role-Based Governance:</a:t>
            </a:r>
            <a:r>
              <a:rPr lang="en-US" sz="1600" dirty="0">
                <a:ea typeface="+mn-lt"/>
                <a:cs typeface="+mn-lt"/>
              </a:rPr>
              <a:t> Use roles like “Community Head” and “Community Member” to manage activities and responsibilities properly.</a:t>
            </a:r>
            <a:endParaRPr lang="en-US" dirty="0">
              <a:ea typeface="+mn-lt"/>
              <a:cs typeface="+mn-lt"/>
            </a:endParaRPr>
          </a:p>
          <a:p>
            <a:pPr marL="285750" indent="-285750">
              <a:buFont typeface="Arial" panose="020B0604020202020204" pitchFamily="34" charset="0"/>
              <a:buChar char="•"/>
            </a:pPr>
            <a:endParaRPr lang="en-US" sz="1600" dirty="0">
              <a:ea typeface="+mn-lt"/>
              <a:cs typeface="+mn-lt"/>
            </a:endParaRPr>
          </a:p>
          <a:p>
            <a:pPr marL="285750" indent="-285750">
              <a:buFont typeface="Arial" panose="020B0604020202020204" pitchFamily="34" charset="0"/>
              <a:buChar char="•"/>
            </a:pPr>
            <a:r>
              <a:rPr lang="en-US" sz="1600" b="1" dirty="0">
                <a:ea typeface="+mn-lt"/>
                <a:cs typeface="+mn-lt"/>
              </a:rPr>
              <a:t>Fairness &amp; Transparency:</a:t>
            </a:r>
            <a:r>
              <a:rPr lang="en-US" sz="1600" dirty="0">
                <a:ea typeface="+mn-lt"/>
                <a:cs typeface="+mn-lt"/>
              </a:rPr>
              <a:t> Improve campus management by giving real-time updates and proper monitoring so everyone gets fair access to resources. </a:t>
            </a:r>
            <a:endParaRPr lang="en-US"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a:spcBef>
                <a:spcPts val="1191"/>
              </a:spcBef>
              <a:spcAft>
                <a:spcPts val="992"/>
              </a:spcAft>
            </a:pPr>
            <a:r>
              <a:rPr lang="en-US" sz="1600" dirty="0"/>
              <a:t>.</a:t>
            </a:r>
          </a:p>
          <a:p>
            <a:pPr>
              <a:spcBef>
                <a:spcPts val="1191"/>
              </a:spcBef>
              <a:spcAft>
                <a:spcPts val="992"/>
              </a:spcAft>
            </a:pPr>
            <a:endParaRPr lang="en-US" sz="1600" b="1" u="none" strike="noStrike" dirty="0">
              <a:solidFill>
                <a:srgbClr val="000000"/>
              </a:solidFill>
              <a:effectLst/>
              <a:uFillTx/>
              <a:latin typeface="Arial"/>
            </a:endParaRPr>
          </a:p>
        </p:txBody>
      </p:sp>
      <p:sp>
        <p:nvSpPr>
          <p:cNvPr id="2" name="Rectangle 1">
            <a:extLst>
              <a:ext uri="{FF2B5EF4-FFF2-40B4-BE49-F238E27FC236}">
                <a16:creationId xmlns:a16="http://schemas.microsoft.com/office/drawing/2014/main" id="{7152A11C-6412-5D10-1022-CF06D6CCFB81}"/>
              </a:ext>
            </a:extLst>
          </p:cNvPr>
          <p:cNvSpPr>
            <a:spLocks noChangeArrowheads="1"/>
          </p:cNvSpPr>
          <p:nvPr/>
        </p:nvSpPr>
        <p:spPr bwMode="auto">
          <a:xfrm>
            <a:off x="0" y="-161582"/>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b="0" i="0" u="none" strike="noStrike" cap="none" normalizeH="0" baseline="0" dirty="0">
              <a:ln>
                <a:noFill/>
              </a:ln>
              <a:effectLst/>
              <a:latin typeface="Google Sans Tex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0" y="246960"/>
            <a:ext cx="7680600" cy="585000"/>
          </a:xfrm>
          <a:prstGeom prst="rect">
            <a:avLst/>
          </a:prstGeom>
          <a:noFill/>
          <a:ln w="0">
            <a:noFill/>
          </a:ln>
        </p:spPr>
        <p:txBody>
          <a:bodyPr lIns="0" tIns="0" rIns="0" bIns="0" anchor="ctr">
            <a:noAutofit/>
          </a:bodyPr>
          <a:lstStyle/>
          <a:p>
            <a:r>
              <a:rPr lang="en-US" sz="4400" b="1" u="none" strike="noStrike" dirty="0">
                <a:solidFill>
                  <a:schemeClr val="dk1"/>
                </a:solidFill>
                <a:effectLst/>
                <a:uFillTx/>
                <a:latin typeface="Arial"/>
                <a:ea typeface="DejaVu Sans"/>
              </a:rPr>
              <a:t> </a:t>
            </a:r>
            <a:r>
              <a:rPr lang="en-US" sz="2000" b="1">
                <a:solidFill>
                  <a:schemeClr val="dk1"/>
                </a:solidFill>
                <a:latin typeface="Arial"/>
                <a:ea typeface="DejaVu Sans"/>
              </a:rPr>
              <a:t>            Objectives</a:t>
            </a:r>
            <a:br>
              <a:rPr sz="3200" dirty="0"/>
            </a:br>
            <a:endParaRPr lang="en-US" sz="2000" b="0" u="none" strike="noStrike" dirty="0">
              <a:solidFill>
                <a:schemeClr val="dk1"/>
              </a:solidFill>
              <a:effectLst/>
              <a:uFillTx/>
              <a:latin typeface="Arial"/>
            </a:endParaRPr>
          </a:p>
        </p:txBody>
      </p:sp>
      <p:sp>
        <p:nvSpPr>
          <p:cNvPr id="230" name="PlaceHolder 2"/>
          <p:cNvSpPr>
            <a:spLocks noGrp="1"/>
          </p:cNvSpPr>
          <p:nvPr>
            <p:ph/>
          </p:nvPr>
        </p:nvSpPr>
        <p:spPr>
          <a:xfrm>
            <a:off x="141417" y="1228872"/>
            <a:ext cx="8798191" cy="5382168"/>
          </a:xfrm>
          <a:prstGeom prst="rect">
            <a:avLst/>
          </a:prstGeom>
          <a:noFill/>
          <a:ln w="0">
            <a:noFill/>
          </a:ln>
        </p:spPr>
        <p:txBody>
          <a:bodyPr lIns="0" tIns="0" rIns="0" bIns="0" anchor="t">
            <a:normAutofit/>
          </a:bodyPr>
          <a:lstStyle/>
          <a:p>
            <a:pPr>
              <a:spcBef>
                <a:spcPts val="1001"/>
              </a:spcBef>
            </a:pPr>
            <a:r>
              <a:rPr lang="en-IN" sz="1800" dirty="0">
                <a:solidFill>
                  <a:schemeClr val="dk1"/>
                </a:solidFill>
                <a:ea typeface="+mj-lt"/>
                <a:cs typeface="+mj-lt"/>
              </a:rPr>
              <a:t>The main</a:t>
            </a:r>
            <a:r>
              <a:rPr lang="en-IN" sz="1800" b="1" dirty="0">
                <a:solidFill>
                  <a:schemeClr val="dk1"/>
                </a:solidFill>
                <a:ea typeface="+mj-lt"/>
                <a:cs typeface="+mj-lt"/>
              </a:rPr>
              <a:t> objectives</a:t>
            </a:r>
            <a:r>
              <a:rPr lang="en-IN" sz="1800" dirty="0">
                <a:solidFill>
                  <a:schemeClr val="dk1"/>
                </a:solidFill>
                <a:ea typeface="+mj-lt"/>
                <a:cs typeface="+mj-lt"/>
              </a:rPr>
              <a:t> of Smart Campus are to improve the management and utilization of shared university spaces through a smart and centralized digital platform.</a:t>
            </a:r>
            <a:endParaRPr lang="en-US" sz="1800" dirty="0">
              <a:solidFill>
                <a:schemeClr val="dk1"/>
              </a:solidFill>
            </a:endParaRPr>
          </a:p>
          <a:p>
            <a:pPr marL="342900" indent="-342900" algn="just">
              <a:lnSpc>
                <a:spcPct val="119998"/>
              </a:lnSpc>
              <a:spcBef>
                <a:spcPts val="1001"/>
              </a:spcBef>
              <a:buClr>
                <a:srgbClr val="000000"/>
              </a:buClr>
              <a:buAutoNum type="arabicPeriod"/>
            </a:pPr>
            <a:r>
              <a:rPr lang="en-US" sz="1800" b="1" dirty="0">
                <a:ea typeface="+mj-lt"/>
                <a:cs typeface="+mj-lt"/>
              </a:rPr>
              <a:t>Digital Management:</a:t>
            </a:r>
            <a:r>
              <a:rPr lang="en-US" sz="1800" dirty="0">
                <a:ea typeface="+mj-lt"/>
                <a:cs typeface="+mj-lt"/>
              </a:rPr>
              <a:t> Develop a digital system for booking and managing shared university spaces efficiently.</a:t>
            </a:r>
            <a:endParaRPr lang="en-US" sz="1700" b="0" u="none" strike="noStrike" dirty="0">
              <a:effectLst/>
              <a:uFillTx/>
              <a:ea typeface="+mj-lt"/>
              <a:cs typeface="+mj-lt"/>
            </a:endParaRPr>
          </a:p>
          <a:p>
            <a:pPr marL="228600" indent="-228600" algn="just">
              <a:lnSpc>
                <a:spcPct val="119998"/>
              </a:lnSpc>
              <a:spcBef>
                <a:spcPts val="1001"/>
              </a:spcBef>
              <a:buClr>
                <a:srgbClr val="000000"/>
              </a:buClr>
              <a:buAutoNum type="arabicPeriod"/>
            </a:pPr>
            <a:r>
              <a:rPr lang="en-US" sz="1800" dirty="0">
                <a:solidFill>
                  <a:schemeClr val="dk1"/>
                </a:solidFill>
                <a:ea typeface="+mj-lt"/>
                <a:cs typeface="+mj-lt"/>
              </a:rPr>
              <a:t> </a:t>
            </a:r>
            <a:r>
              <a:rPr lang="en-US" sz="1800" b="1" dirty="0">
                <a:solidFill>
                  <a:schemeClr val="dk1"/>
                </a:solidFill>
                <a:ea typeface="+mj-lt"/>
                <a:cs typeface="+mj-lt"/>
              </a:rPr>
              <a:t>Role-Based Access:</a:t>
            </a:r>
            <a:r>
              <a:rPr lang="en-US" sz="1800" dirty="0">
                <a:solidFill>
                  <a:schemeClr val="dk1"/>
                </a:solidFill>
                <a:ea typeface="+mj-lt"/>
                <a:cs typeface="+mj-lt"/>
              </a:rPr>
              <a:t> Organize users through roles such as Community Head and Community Member for better management and coordination.</a:t>
            </a:r>
          </a:p>
          <a:p>
            <a:pPr marL="228600" indent="-228600" algn="just">
              <a:lnSpc>
                <a:spcPct val="119998"/>
              </a:lnSpc>
              <a:spcBef>
                <a:spcPts val="1001"/>
              </a:spcBef>
              <a:buClr>
                <a:srgbClr val="000000"/>
              </a:buClr>
              <a:buAutoNum type="arabicPeriod"/>
            </a:pPr>
            <a:r>
              <a:rPr lang="en-US" sz="1800" dirty="0">
                <a:solidFill>
                  <a:schemeClr val="dk1"/>
                </a:solidFill>
                <a:ea typeface="+mj-lt"/>
                <a:cs typeface="+mj-lt"/>
              </a:rPr>
              <a:t> </a:t>
            </a:r>
            <a:r>
              <a:rPr lang="en-US" sz="1800" b="1" dirty="0">
                <a:solidFill>
                  <a:schemeClr val="dk1"/>
                </a:solidFill>
                <a:ea typeface="+mj-lt"/>
                <a:cs typeface="+mj-lt"/>
              </a:rPr>
              <a:t>Fair Resource Allocation:</a:t>
            </a:r>
            <a:r>
              <a:rPr lang="en-US" sz="1800" dirty="0">
                <a:solidFill>
                  <a:schemeClr val="dk1"/>
                </a:solidFill>
                <a:ea typeface="+mj-lt"/>
                <a:cs typeface="+mj-lt"/>
              </a:rPr>
              <a:t> Provide fair and transparent access to seminar halls and study rooms for all users.</a:t>
            </a:r>
            <a:endParaRPr lang="en-US" sz="1800" u="none" strike="noStrike" dirty="0">
              <a:solidFill>
                <a:schemeClr val="dk1"/>
              </a:solidFill>
              <a:effectLst/>
              <a:uFillTx/>
              <a:ea typeface="+mj-lt"/>
              <a:cs typeface="+mj-lt"/>
            </a:endParaRPr>
          </a:p>
          <a:p>
            <a:pPr marL="285750" indent="-285750" algn="just">
              <a:lnSpc>
                <a:spcPct val="119998"/>
              </a:lnSpc>
              <a:spcBef>
                <a:spcPts val="1001"/>
              </a:spcBef>
              <a:buClr>
                <a:srgbClr val="000000"/>
              </a:buClr>
              <a:buAutoNum type="arabicPeriod"/>
            </a:pPr>
            <a:r>
              <a:rPr lang="en-US" sz="1800" b="1" dirty="0">
                <a:solidFill>
                  <a:schemeClr val="dk1"/>
                </a:solidFill>
                <a:ea typeface="+mj-lt"/>
                <a:cs typeface="+mj-lt"/>
              </a:rPr>
              <a:t>Efficient Monitoring:</a:t>
            </a:r>
            <a:r>
              <a:rPr lang="en-US" sz="1800" dirty="0">
                <a:solidFill>
                  <a:schemeClr val="dk1"/>
                </a:solidFill>
                <a:ea typeface="+mj-lt"/>
                <a:cs typeface="+mj-lt"/>
              </a:rPr>
              <a:t> Improve the monitoring and utilization of university resources through centralized management.</a:t>
            </a:r>
          </a:p>
          <a:p>
            <a:pPr marL="228600" indent="-228600" algn="just">
              <a:lnSpc>
                <a:spcPct val="119998"/>
              </a:lnSpc>
              <a:spcBef>
                <a:spcPts val="1001"/>
              </a:spcBef>
              <a:buClr>
                <a:srgbClr val="000000"/>
              </a:buClr>
              <a:buAutoNum type="arabicPeriod"/>
            </a:pPr>
            <a:r>
              <a:rPr lang="en-US" sz="1800" dirty="0">
                <a:solidFill>
                  <a:schemeClr val="dk1"/>
                </a:solidFill>
                <a:ea typeface="+mj-lt"/>
                <a:cs typeface="+mj-lt"/>
              </a:rPr>
              <a:t> </a:t>
            </a:r>
            <a:r>
              <a:rPr lang="en-US" sz="1800" b="1" dirty="0">
                <a:solidFill>
                  <a:schemeClr val="dk1"/>
                </a:solidFill>
                <a:ea typeface="+mj-lt"/>
                <a:cs typeface="+mj-lt"/>
              </a:rPr>
              <a:t>Time-Based Usage Control:</a:t>
            </a:r>
            <a:r>
              <a:rPr lang="en-US" sz="1800" dirty="0">
                <a:solidFill>
                  <a:schemeClr val="dk1"/>
                </a:solidFill>
                <a:ea typeface="+mj-lt"/>
                <a:cs typeface="+mj-lt"/>
              </a:rPr>
              <a:t> Set proper time limits for room usage to avoid unnecessary occupation and ensure better availability.</a:t>
            </a:r>
          </a:p>
          <a:p>
            <a:pPr>
              <a:spcBef>
                <a:spcPts val="1001"/>
              </a:spcBef>
              <a:buClr>
                <a:srgbClr val="000000"/>
              </a:buClr>
            </a:pPr>
            <a:endParaRPr lang="en-IN" sz="2000" b="1" dirty="0">
              <a:solidFill>
                <a:schemeClr val="dk1"/>
              </a:solidFill>
              <a:latin typeface="Times New Roman"/>
              <a:ea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TextShape 1"/>
          <p:cNvSpPr/>
          <p:nvPr/>
        </p:nvSpPr>
        <p:spPr>
          <a:xfrm>
            <a:off x="350640" y="0"/>
            <a:ext cx="6019200" cy="8373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r>
              <a:rPr lang="en-US" sz="3000">
                <a:solidFill>
                  <a:srgbClr val="000000"/>
                </a:solidFill>
                <a:ea typeface="+mn-lt"/>
                <a:cs typeface="+mn-lt"/>
              </a:rPr>
              <a:t>Proposed Solution</a:t>
            </a:r>
            <a:endParaRPr lang="en-US"/>
          </a:p>
        </p:txBody>
      </p:sp>
      <p:sp>
        <p:nvSpPr>
          <p:cNvPr id="232" name="TextShape 3"/>
          <p:cNvSpPr/>
          <p:nvPr/>
        </p:nvSpPr>
        <p:spPr>
          <a:xfrm>
            <a:off x="6553080" y="6356520"/>
            <a:ext cx="21330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E954CB02-ED6A-49F1-8128-1148FABE90FA}" type="slidenum">
              <a:rPr lang="en-US" sz="1200" b="1" u="none" strike="noStrike">
                <a:solidFill>
                  <a:srgbClr val="000000"/>
                </a:solidFill>
                <a:effectLst/>
                <a:uFillTx/>
                <a:latin typeface="Calibri"/>
                <a:ea typeface="MS PGothic"/>
              </a:rPr>
              <a:t>4</a:t>
            </a:fld>
            <a:endParaRPr lang="en-US" sz="1200" b="0" u="none" strike="noStrike">
              <a:solidFill>
                <a:srgbClr val="000000"/>
              </a:solidFill>
              <a:effectLst/>
              <a:uFillTx/>
              <a:latin typeface="Arial"/>
            </a:endParaRPr>
          </a:p>
        </p:txBody>
      </p:sp>
      <p:sp>
        <p:nvSpPr>
          <p:cNvPr id="12" name="Rectangle 7">
            <a:extLst>
              <a:ext uri="{FF2B5EF4-FFF2-40B4-BE49-F238E27FC236}">
                <a16:creationId xmlns:a16="http://schemas.microsoft.com/office/drawing/2014/main" id="{0B8A4B3D-BB17-8BBC-427B-8DA6ED9F95BB}"/>
              </a:ext>
            </a:extLst>
          </p:cNvPr>
          <p:cNvSpPr>
            <a:spLocks noGrp="1" noChangeArrowheads="1"/>
          </p:cNvSpPr>
          <p:nvPr>
            <p:ph type="body"/>
          </p:nvPr>
        </p:nvSpPr>
        <p:spPr bwMode="auto">
          <a:xfrm>
            <a:off x="6149" y="943635"/>
            <a:ext cx="9108158" cy="5598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a:lnSpc>
                <a:spcPct val="100000"/>
              </a:lnSpc>
              <a:spcAft>
                <a:spcPct val="0"/>
              </a:spcAft>
            </a:pPr>
            <a:r>
              <a:rPr lang="en-US" sz="1800" b="1" dirty="0">
                <a:ea typeface="+mj-lt"/>
                <a:cs typeface="+mj-lt"/>
              </a:rPr>
              <a:t>The proposed system</a:t>
            </a:r>
            <a:r>
              <a:rPr lang="en-US" sz="1800" dirty="0">
                <a:ea typeface="+mj-lt"/>
                <a:cs typeface="+mj-lt"/>
              </a:rPr>
              <a:t> is a smart digital platform designed to manage shared university spaces such as seminar halls, study rooms, and meeting rooms in an easy and organized way. The system helps students and administrators book</a:t>
            </a:r>
            <a:r>
              <a:rPr kumimoji="0" lang="en-US" sz="1800" b="0" i="0" u="none" strike="noStrike" cap="none" normalizeH="0" baseline="0" dirty="0">
                <a:ln>
                  <a:noFill/>
                </a:ln>
                <a:effectLst/>
                <a:ea typeface="+mj-lt"/>
                <a:cs typeface="+mj-lt"/>
              </a:rPr>
              <a:t>, </a:t>
            </a:r>
            <a:r>
              <a:rPr lang="en-US" sz="1800" dirty="0">
                <a:ea typeface="+mj-lt"/>
                <a:cs typeface="+mj-lt"/>
              </a:rPr>
              <a:t>monitor</a:t>
            </a:r>
            <a:r>
              <a:rPr kumimoji="0" lang="en-US" sz="1800" b="0" i="0" u="none" strike="noStrike" cap="none" normalizeH="0" baseline="0" dirty="0">
                <a:ln>
                  <a:noFill/>
                </a:ln>
                <a:effectLst/>
                <a:ea typeface="+mj-lt"/>
                <a:cs typeface="+mj-lt"/>
              </a:rPr>
              <a:t>, </a:t>
            </a:r>
            <a:r>
              <a:rPr lang="en-US" sz="1800" dirty="0">
                <a:ea typeface="+mj-lt"/>
                <a:cs typeface="+mj-lt"/>
              </a:rPr>
              <a:t>and manage spaces efficiently without manual work.</a:t>
            </a:r>
            <a:endParaRPr lang="en-US" dirty="0">
              <a:ea typeface="+mj-lt"/>
              <a:cs typeface="+mj-lt"/>
            </a:endParaRPr>
          </a:p>
          <a:p>
            <a:pPr>
              <a:lnSpc>
                <a:spcPct val="100000"/>
              </a:lnSpc>
              <a:spcAft>
                <a:spcPct val="0"/>
              </a:spcAft>
            </a:pPr>
            <a:endParaRPr lang="en-US" sz="1800" dirty="0">
              <a:ea typeface="+mj-lt"/>
              <a:cs typeface="+mj-lt"/>
            </a:endParaRPr>
          </a:p>
          <a:p>
            <a:pPr>
              <a:lnSpc>
                <a:spcPct val="100000"/>
              </a:lnSpc>
              <a:spcAft>
                <a:spcPct val="0"/>
              </a:spcAft>
            </a:pPr>
            <a:r>
              <a:rPr lang="en-US" sz="1800" b="1" dirty="0">
                <a:ea typeface="+mj-lt"/>
                <a:cs typeface="+mj-lt"/>
              </a:rPr>
              <a:t>Main Functions of the System:-</a:t>
            </a:r>
            <a:endParaRPr lang="en-US" dirty="0">
              <a:ea typeface="+mj-lt"/>
              <a:cs typeface="+mj-lt"/>
            </a:endParaRPr>
          </a:p>
          <a:p>
            <a:pPr>
              <a:lnSpc>
                <a:spcPct val="100000"/>
              </a:lnSpc>
              <a:spcAft>
                <a:spcPct val="0"/>
              </a:spcAft>
            </a:pPr>
            <a:endParaRPr lang="en-US" sz="1800" dirty="0">
              <a:ea typeface="+mj-lt"/>
              <a:cs typeface="+mj-lt"/>
            </a:endParaRPr>
          </a:p>
          <a:p>
            <a:pPr marL="285750" indent="-285750">
              <a:lnSpc>
                <a:spcPct val="100000"/>
              </a:lnSpc>
              <a:spcAft>
                <a:spcPct val="0"/>
              </a:spcAft>
              <a:buFont typeface="Arial"/>
              <a:buChar char="•"/>
            </a:pPr>
            <a:r>
              <a:rPr lang="en-US" sz="1800" b="1" dirty="0">
                <a:ea typeface="+mj-lt"/>
                <a:cs typeface="+mj-lt"/>
              </a:rPr>
              <a:t>Online Room Booking</a:t>
            </a:r>
            <a:r>
              <a:rPr lang="en-US" sz="1800" dirty="0">
                <a:ea typeface="+mj-lt"/>
                <a:cs typeface="+mj-lt"/>
              </a:rPr>
              <a:t>: Students and faculty can book seminar halls or study rooms online through the system without visiting the office physically.</a:t>
            </a:r>
            <a:endParaRPr lang="en-US" baseline="-25000" dirty="0">
              <a:latin typeface="Arial" panose="020B0604020202020204" pitchFamily="34" charset="0"/>
              <a:cs typeface="Arial"/>
            </a:endParaRPr>
          </a:p>
          <a:p>
            <a:pPr marL="285750" indent="-285750">
              <a:lnSpc>
                <a:spcPct val="100000"/>
              </a:lnSpc>
              <a:spcAft>
                <a:spcPct val="0"/>
              </a:spcAft>
              <a:buFont typeface="Arial"/>
              <a:buChar char="•"/>
            </a:pPr>
            <a:endParaRPr lang="en-US" sz="1800" dirty="0">
              <a:ea typeface="+mj-lt"/>
              <a:cs typeface="+mj-lt"/>
            </a:endParaRPr>
          </a:p>
          <a:p>
            <a:pPr marL="285750" indent="-285750">
              <a:lnSpc>
                <a:spcPct val="100000"/>
              </a:lnSpc>
              <a:spcAft>
                <a:spcPct val="0"/>
              </a:spcAft>
              <a:buFont typeface="Arial"/>
              <a:buChar char="•"/>
            </a:pPr>
            <a:r>
              <a:rPr lang="en-US" sz="1800" b="1" dirty="0">
                <a:ea typeface="+mj-lt"/>
                <a:cs typeface="+mj-lt"/>
              </a:rPr>
              <a:t>Real-Time Availability Checking</a:t>
            </a:r>
            <a:r>
              <a:rPr lang="en-US" sz="1800" dirty="0">
                <a:ea typeface="+mj-lt"/>
                <a:cs typeface="+mj-lt"/>
              </a:rPr>
              <a:t>: Users can instantly check whether a room is available or already booked, which helps avoid confusion and scheduling conflicts.</a:t>
            </a:r>
            <a:endParaRPr lang="en-US" sz="1800" dirty="0">
              <a:latin typeface="Arial" panose="020B0604020202020204" pitchFamily="34" charset="0"/>
              <a:cs typeface="Arial"/>
            </a:endParaRPr>
          </a:p>
          <a:p>
            <a:pPr marL="285750" indent="-285750">
              <a:lnSpc>
                <a:spcPct val="100000"/>
              </a:lnSpc>
              <a:spcAft>
                <a:spcPct val="0"/>
              </a:spcAft>
              <a:buFont typeface="Arial"/>
              <a:buChar char="•"/>
            </a:pPr>
            <a:endParaRPr lang="en-US" sz="1800" dirty="0">
              <a:ea typeface="+mj-lt"/>
              <a:cs typeface="+mj-lt"/>
            </a:endParaRPr>
          </a:p>
          <a:p>
            <a:pPr marL="285750" indent="-285750">
              <a:lnSpc>
                <a:spcPct val="100000"/>
              </a:lnSpc>
              <a:spcAft>
                <a:spcPct val="0"/>
              </a:spcAft>
              <a:buFont typeface="Arial"/>
              <a:buChar char="•"/>
            </a:pPr>
            <a:r>
              <a:rPr lang="en-US" sz="1800" b="1" dirty="0">
                <a:ea typeface="+mj-lt"/>
                <a:cs typeface="+mj-lt"/>
              </a:rPr>
              <a:t>Time-Based Booking System</a:t>
            </a:r>
            <a:r>
              <a:rPr lang="en-US" sz="1800" dirty="0">
                <a:ea typeface="+mj-lt"/>
                <a:cs typeface="+mj-lt"/>
              </a:rPr>
              <a:t>: The system allows bookings for a limited time period so that resources are used fairly and no one occupies a room for too long.</a:t>
            </a:r>
            <a:endParaRPr lang="en-US" sz="1800" dirty="0">
              <a:latin typeface="Arial" panose="020B0604020202020204" pitchFamily="34" charset="0"/>
              <a:cs typeface="Arial"/>
            </a:endParaRPr>
          </a:p>
          <a:p>
            <a:pPr marL="285750" indent="-285750">
              <a:lnSpc>
                <a:spcPct val="100000"/>
              </a:lnSpc>
              <a:spcAft>
                <a:spcPct val="0"/>
              </a:spcAft>
              <a:buFont typeface="Arial"/>
              <a:buChar char="•"/>
            </a:pPr>
            <a:endParaRPr lang="en-US" sz="1800" dirty="0">
              <a:ea typeface="+mj-lt"/>
              <a:cs typeface="+mj-lt"/>
            </a:endParaRPr>
          </a:p>
          <a:p>
            <a:pPr marL="285750" indent="-285750">
              <a:lnSpc>
                <a:spcPct val="100000"/>
              </a:lnSpc>
              <a:spcAft>
                <a:spcPct val="0"/>
              </a:spcAft>
              <a:buFont typeface="Arial"/>
              <a:buChar char="•"/>
            </a:pPr>
            <a:r>
              <a:rPr lang="en-US" sz="1800" b="1" dirty="0">
                <a:ea typeface="+mj-lt"/>
                <a:cs typeface="+mj-lt"/>
              </a:rPr>
              <a:t>Role-Based Access</a:t>
            </a:r>
            <a:r>
              <a:rPr lang="en-US" sz="1800" dirty="0">
                <a:ea typeface="+mj-lt"/>
                <a:cs typeface="+mj-lt"/>
              </a:rPr>
              <a:t>: Different roles such as Community Head and Community Member are provided to manage activities in a structured way. Community Heads can monitor and approve bookings if required.</a:t>
            </a:r>
            <a:endParaRPr lang="en-US" sz="1800" dirty="0">
              <a:latin typeface="Arial" panose="020B0604020202020204" pitchFamily="34" charset="0"/>
              <a:cs typeface="Arial"/>
            </a:endParaRPr>
          </a:p>
          <a:p>
            <a:pPr eaLnBrk="0" fontAlgn="base" hangingPunct="0">
              <a:lnSpc>
                <a:spcPct val="100000"/>
              </a:lnSpc>
              <a:spcAft>
                <a:spcPct val="0"/>
              </a:spcAft>
            </a:pPr>
            <a:endParaRPr lang="en-US" altLang="en-US" sz="1800" dirty="0">
              <a:latin typeface="Arial" panose="020B0604020202020204" pitchFamily="34" charset="0"/>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PlaceHolder 1"/>
          <p:cNvSpPr>
            <a:spLocks noGrp="1"/>
          </p:cNvSpPr>
          <p:nvPr>
            <p:ph type="title"/>
          </p:nvPr>
        </p:nvSpPr>
        <p:spPr>
          <a:xfrm>
            <a:off x="0" y="0"/>
            <a:ext cx="6931440" cy="913680"/>
          </a:xfrm>
          <a:prstGeom prst="rect">
            <a:avLst/>
          </a:prstGeom>
          <a:noFill/>
          <a:ln w="0">
            <a:noFill/>
          </a:ln>
        </p:spPr>
        <p:txBody>
          <a:bodyPr lIns="0" tIns="0" rIns="0" bIns="0" anchor="ctr">
            <a:noAutofit/>
          </a:bodyPr>
          <a:lstStyle/>
          <a:p>
            <a:r>
              <a:rPr lang="en-US" sz="2000" b="0" u="none" strike="noStrike" dirty="0">
                <a:solidFill>
                  <a:schemeClr val="dk1"/>
                </a:solidFill>
                <a:effectLst/>
                <a:uFillTx/>
                <a:latin typeface="Arial"/>
              </a:rPr>
              <a:t>   </a:t>
            </a:r>
            <a:r>
              <a:rPr lang="en-US" sz="3200">
                <a:solidFill>
                  <a:schemeClr val="dk1"/>
                </a:solidFill>
                <a:latin typeface="Arial"/>
              </a:rPr>
              <a:t>   </a:t>
            </a:r>
            <a:r>
              <a:rPr lang="en-US" sz="3200" dirty="0">
                <a:solidFill>
                  <a:schemeClr val="dk1"/>
                </a:solidFill>
                <a:latin typeface="Arial"/>
              </a:rPr>
              <a:t>Project </a:t>
            </a:r>
            <a:r>
              <a:rPr lang="en-US" sz="3200" b="0" u="none" strike="noStrike" dirty="0">
                <a:solidFill>
                  <a:schemeClr val="dk1"/>
                </a:solidFill>
                <a:effectLst/>
                <a:uFillTx/>
                <a:latin typeface="Arial"/>
              </a:rPr>
              <a:t> </a:t>
            </a:r>
            <a:r>
              <a:rPr lang="en-US" sz="3200" dirty="0">
                <a:solidFill>
                  <a:schemeClr val="dk1"/>
                </a:solidFill>
                <a:latin typeface="Arial"/>
              </a:rPr>
              <a:t>S</a:t>
            </a:r>
            <a:r>
              <a:rPr lang="en-US" sz="3200" b="0" u="none" strike="noStrike" dirty="0">
                <a:solidFill>
                  <a:schemeClr val="dk1"/>
                </a:solidFill>
                <a:effectLst/>
                <a:uFillTx/>
                <a:latin typeface="Arial"/>
              </a:rPr>
              <a:t>tructure</a:t>
            </a:r>
          </a:p>
        </p:txBody>
      </p:sp>
      <p:pic>
        <p:nvPicPr>
          <p:cNvPr id="7" name="Picture 6">
            <a:extLst>
              <a:ext uri="{FF2B5EF4-FFF2-40B4-BE49-F238E27FC236}">
                <a16:creationId xmlns:a16="http://schemas.microsoft.com/office/drawing/2014/main" id="{296192E7-8824-99F5-2C18-71EE31605F1F}"/>
              </a:ext>
            </a:extLst>
          </p:cNvPr>
          <p:cNvPicPr>
            <a:picLocks noChangeAspect="1"/>
          </p:cNvPicPr>
          <p:nvPr/>
        </p:nvPicPr>
        <p:blipFill>
          <a:blip r:embed="rId2">
            <a:extLst>
              <a:ext uri="{28A0092B-C50C-407E-A947-70E740481C1C}">
                <a14:useLocalDpi xmlns:a14="http://schemas.microsoft.com/office/drawing/2010/main" val="0"/>
              </a:ext>
            </a:extLst>
          </a:blip>
          <a:srcRect l="22917" t="12437" r="19251" b="15285"/>
          <a:stretch>
            <a:fillRect/>
          </a:stretch>
        </p:blipFill>
        <p:spPr>
          <a:xfrm>
            <a:off x="0" y="913680"/>
            <a:ext cx="9144000" cy="58071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defTabSz="914400">
              <a:lnSpc>
                <a:spcPct val="90000"/>
              </a:lnSpc>
              <a:buNone/>
            </a:pPr>
            <a:r>
              <a:rPr lang="en-IN" sz="2000" b="0" u="none" strike="noStrike" dirty="0">
                <a:solidFill>
                  <a:schemeClr val="dk1"/>
                </a:solidFill>
                <a:effectLst/>
                <a:uFillTx/>
                <a:latin typeface="Arial"/>
                <a:ea typeface="DejaVu Sans"/>
              </a:rPr>
              <a:t>		</a:t>
            </a:r>
            <a:r>
              <a:rPr lang="en-US" sz="2000" b="1" u="sng" strike="noStrike" dirty="0">
                <a:solidFill>
                  <a:schemeClr val="dk1"/>
                </a:solidFill>
                <a:effectLst/>
                <a:uFillTx/>
                <a:latin typeface="Times New Roman"/>
                <a:ea typeface="Calibri"/>
              </a:rPr>
              <a:t>TECHNOLOGIES AND TOOLS</a:t>
            </a:r>
            <a:endParaRPr lang="en-US" sz="2000" b="0" u="none" strike="noStrike" dirty="0">
              <a:solidFill>
                <a:schemeClr val="dk1"/>
              </a:solidFill>
              <a:effectLst/>
              <a:uFillTx/>
              <a:latin typeface="Arial"/>
            </a:endParaRPr>
          </a:p>
        </p:txBody>
      </p:sp>
      <p:sp>
        <p:nvSpPr>
          <p:cNvPr id="240" name="TextBox 2"/>
          <p:cNvSpPr/>
          <p:nvPr/>
        </p:nvSpPr>
        <p:spPr>
          <a:xfrm>
            <a:off x="265525" y="1160353"/>
            <a:ext cx="8091720" cy="47998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r>
              <a:rPr lang="en-US" sz="1600" dirty="0">
                <a:ea typeface="+mn-lt"/>
                <a:cs typeface="+mn-lt"/>
              </a:rPr>
              <a:t>Smart Campus is built using the </a:t>
            </a:r>
            <a:r>
              <a:rPr lang="en-US" sz="1600" b="1" dirty="0">
                <a:ea typeface="+mn-lt"/>
                <a:cs typeface="+mn-lt"/>
              </a:rPr>
              <a:t>MERN Stack</a:t>
            </a:r>
            <a:r>
              <a:rPr lang="en-US" sz="1600" dirty="0">
                <a:ea typeface="+mn-lt"/>
                <a:cs typeface="+mn-lt"/>
              </a:rPr>
              <a:t>, which provides a scalable, secure, and centralized platform for managing shared university resources efficiently.</a:t>
            </a:r>
            <a:endParaRPr lang="en-US" dirty="0">
              <a:ea typeface="+mn-lt"/>
              <a:cs typeface="+mn-lt"/>
            </a:endParaRPr>
          </a:p>
          <a:p>
            <a:endParaRPr lang="en-US" sz="1600" dirty="0">
              <a:cs typeface="Arial"/>
            </a:endParaRPr>
          </a:p>
          <a:p>
            <a:r>
              <a:rPr lang="en-US" sz="1600" b="1" dirty="0">
                <a:ea typeface="+mn-lt"/>
                <a:cs typeface="+mn-lt"/>
              </a:rPr>
              <a:t>Technologies:-</a:t>
            </a:r>
            <a:endParaRPr lang="en-US" b="1" dirty="0"/>
          </a:p>
          <a:p>
            <a:endParaRPr lang="en-US" sz="1600" b="1" dirty="0">
              <a:cs typeface="Arial"/>
            </a:endParaRPr>
          </a:p>
          <a:p>
            <a:pPr marL="285750" indent="-285750">
              <a:buFont typeface="Arial"/>
              <a:buChar char="•"/>
            </a:pPr>
            <a:r>
              <a:rPr lang="en-US" sz="1600" b="1" dirty="0">
                <a:cs typeface="Arial"/>
              </a:rPr>
              <a:t>React.js (with Vite): </a:t>
            </a:r>
            <a:r>
              <a:rPr lang="en-US" sz="1600" dirty="0">
                <a:ea typeface="+mn-lt"/>
                <a:cs typeface="+mn-lt"/>
              </a:rPr>
              <a:t>Used to create a fast, dynamic, and user-friendly interface.</a:t>
            </a:r>
            <a:endParaRPr lang="en-US" sz="1600" dirty="0">
              <a:cs typeface="Arial"/>
            </a:endParaRPr>
          </a:p>
          <a:p>
            <a:pPr marL="285750" indent="-285750">
              <a:buFont typeface="Arial"/>
              <a:buChar char="•"/>
            </a:pPr>
            <a:endParaRPr lang="en-US" sz="1600" dirty="0">
              <a:cs typeface="Arial"/>
            </a:endParaRPr>
          </a:p>
          <a:p>
            <a:pPr marL="285750" indent="-285750">
              <a:buFont typeface="Arial"/>
              <a:buChar char="•"/>
            </a:pPr>
            <a:r>
              <a:rPr lang="en-US" sz="1600" b="1" dirty="0"/>
              <a:t>Node.js &amp; Express.js:</a:t>
            </a:r>
            <a:r>
              <a:rPr lang="en-US" sz="1600" dirty="0"/>
              <a:t> </a:t>
            </a:r>
            <a:r>
              <a:rPr lang="en-US" sz="1600" dirty="0">
                <a:ea typeface="+mn-lt"/>
                <a:cs typeface="+mn-lt"/>
              </a:rPr>
              <a:t>Handles the server-side operations of the application.</a:t>
            </a:r>
            <a:endParaRPr lang="en-US" sz="1600" dirty="0"/>
          </a:p>
          <a:p>
            <a:pPr marL="285750" indent="-285750">
              <a:buFont typeface="Arial"/>
              <a:buChar char="•"/>
            </a:pPr>
            <a:endParaRPr lang="en-US" sz="1600" dirty="0">
              <a:cs typeface="Arial"/>
            </a:endParaRPr>
          </a:p>
          <a:p>
            <a:pPr marL="285750" indent="-285750">
              <a:buFont typeface="Arial"/>
              <a:buChar char="•"/>
            </a:pPr>
            <a:r>
              <a:rPr lang="en-US" sz="1600" b="1" dirty="0"/>
              <a:t>MongoDB:</a:t>
            </a:r>
            <a:r>
              <a:rPr lang="en-US" sz="1600" dirty="0"/>
              <a:t> </a:t>
            </a:r>
            <a:r>
              <a:rPr lang="en-US" sz="1600" dirty="0">
                <a:ea typeface="+mn-lt"/>
                <a:cs typeface="+mn-lt"/>
              </a:rPr>
              <a:t>A NoSQL database used to store application data efficiently.</a:t>
            </a:r>
          </a:p>
          <a:p>
            <a:pPr marL="285750" indent="-285750">
              <a:buFont typeface="Arial"/>
              <a:buChar char="•"/>
            </a:pPr>
            <a:endParaRPr lang="en-US" sz="1600" dirty="0">
              <a:cs typeface="Arial"/>
            </a:endParaRPr>
          </a:p>
          <a:p>
            <a:pPr marL="285750" indent="-285750">
              <a:buFont typeface="Arial"/>
              <a:buChar char="•"/>
            </a:pPr>
            <a:r>
              <a:rPr lang="en-US" sz="1600" b="1" dirty="0"/>
              <a:t>JWT (JSON Web Tokens):</a:t>
            </a:r>
            <a:r>
              <a:rPr lang="en-US" sz="1600" dirty="0"/>
              <a:t> </a:t>
            </a:r>
            <a:r>
              <a:rPr lang="en-US" sz="1600" dirty="0">
                <a:ea typeface="+mn-lt"/>
                <a:cs typeface="+mn-lt"/>
              </a:rPr>
              <a:t>Used for secure user authentication and authorization.</a:t>
            </a:r>
          </a:p>
          <a:p>
            <a:pPr marL="285750" indent="-285750">
              <a:buFont typeface="Arial"/>
              <a:buChar char="•"/>
            </a:pPr>
            <a:endParaRPr lang="en-US" sz="1600" dirty="0">
              <a:cs typeface="Arial"/>
            </a:endParaRPr>
          </a:p>
          <a:p>
            <a:pPr marL="285750" indent="-285750">
              <a:buFont typeface="Arial"/>
              <a:buChar char="•"/>
            </a:pPr>
            <a:r>
              <a:rPr lang="en-US" sz="1600" b="1" dirty="0"/>
              <a:t>Tailwind CSS:</a:t>
            </a:r>
            <a:r>
              <a:rPr lang="en-US" sz="1600" dirty="0"/>
              <a:t> </a:t>
            </a:r>
            <a:r>
              <a:rPr lang="en-US" sz="1600" dirty="0">
                <a:ea typeface="+mn-lt"/>
                <a:cs typeface="+mn-lt"/>
              </a:rPr>
              <a:t>Used for designing a clean, responsive, and professional interface.</a:t>
            </a:r>
          </a:p>
          <a:p>
            <a:pPr marL="285750" indent="-285750">
              <a:buFont typeface="Arial"/>
              <a:buChar char="•"/>
            </a:pPr>
            <a:endParaRPr lang="en-US" sz="1600" dirty="0">
              <a:cs typeface="Arial"/>
            </a:endParaRPr>
          </a:p>
          <a:p>
            <a:pPr marL="285750" indent="-285750">
              <a:buFont typeface="Arial"/>
              <a:buChar char="•"/>
            </a:pPr>
            <a:r>
              <a:rPr lang="en-US" sz="1600" b="1" dirty="0"/>
              <a:t>REST APIs: </a:t>
            </a:r>
            <a:r>
              <a:rPr lang="en-US" sz="1600" dirty="0">
                <a:ea typeface="+mn-lt"/>
                <a:cs typeface="+mn-lt"/>
              </a:rPr>
              <a:t>Enable smooth communication between the frontend and backend.</a:t>
            </a:r>
          </a:p>
          <a:p>
            <a:endParaRPr lang="en-US" sz="1600" dirty="0"/>
          </a:p>
          <a:p>
            <a:endParaRPr lang="en-US" sz="1600" dirty="0"/>
          </a:p>
          <a:p>
            <a:pPr defTabSz="914400">
              <a:lnSpc>
                <a:spcPct val="100000"/>
              </a:lnSpc>
            </a:pPr>
            <a:endParaRPr lang="en-US" sz="1800" b="0" u="none" strike="noStrike" dirty="0">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D518C-5405-EA4C-EA4E-81D0A21C4A1C}"/>
              </a:ext>
            </a:extLst>
          </p:cNvPr>
          <p:cNvSpPr>
            <a:spLocks noGrp="1"/>
          </p:cNvSpPr>
          <p:nvPr>
            <p:ph type="title"/>
          </p:nvPr>
        </p:nvSpPr>
        <p:spPr>
          <a:xfrm>
            <a:off x="1273277" y="-119689"/>
            <a:ext cx="8229240" cy="1144800"/>
          </a:xfrm>
        </p:spPr>
        <p:txBody>
          <a:bodyPr/>
          <a:lstStyle/>
          <a:p>
            <a:r>
              <a:rPr lang="en-US" sz="2400" b="1" u="sng" dirty="0">
                <a:latin typeface="Times New Roman" panose="02020603050405020304" pitchFamily="18" charset="0"/>
                <a:cs typeface="Times New Roman" panose="02020603050405020304" pitchFamily="18" charset="0"/>
              </a:rPr>
              <a:t>VISUAL REPRESENTATION</a:t>
            </a:r>
          </a:p>
        </p:txBody>
      </p:sp>
      <p:pic>
        <p:nvPicPr>
          <p:cNvPr id="4" name="Picture 3">
            <a:extLst>
              <a:ext uri="{FF2B5EF4-FFF2-40B4-BE49-F238E27FC236}">
                <a16:creationId xmlns:a16="http://schemas.microsoft.com/office/drawing/2014/main" id="{16347FB3-4F06-3A8E-FBFC-58887818511D}"/>
              </a:ext>
            </a:extLst>
          </p:cNvPr>
          <p:cNvPicPr>
            <a:picLocks noChangeAspect="1"/>
          </p:cNvPicPr>
          <p:nvPr/>
        </p:nvPicPr>
        <p:blipFill>
          <a:blip r:embed="rId2"/>
          <a:srcRect l="97358" t="100000" b="-3700"/>
          <a:stretch>
            <a:fillRect/>
          </a:stretch>
        </p:blipFill>
        <p:spPr>
          <a:xfrm>
            <a:off x="8902460" y="6644640"/>
            <a:ext cx="241540" cy="213360"/>
          </a:xfrm>
          <a:prstGeom prst="rect">
            <a:avLst/>
          </a:prstGeom>
        </p:spPr>
      </p:pic>
      <p:pic>
        <p:nvPicPr>
          <p:cNvPr id="5" name="Picture 4">
            <a:extLst>
              <a:ext uri="{FF2B5EF4-FFF2-40B4-BE49-F238E27FC236}">
                <a16:creationId xmlns:a16="http://schemas.microsoft.com/office/drawing/2014/main" id="{8B62A8A3-ECD9-A503-5B7A-DE2597E742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45389"/>
            <a:ext cx="9144000" cy="5799251"/>
          </a:xfrm>
          <a:prstGeom prst="rect">
            <a:avLst/>
          </a:prstGeom>
        </p:spPr>
      </p:pic>
    </p:spTree>
    <p:extLst>
      <p:ext uri="{BB962C8B-B14F-4D97-AF65-F5344CB8AC3E}">
        <p14:creationId xmlns:p14="http://schemas.microsoft.com/office/powerpoint/2010/main" val="1540931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83E2E-7E4B-7C92-8FE3-EFAD93411EF6}"/>
              </a:ext>
            </a:extLst>
          </p:cNvPr>
          <p:cNvSpPr>
            <a:spLocks noGrp="1"/>
          </p:cNvSpPr>
          <p:nvPr>
            <p:ph type="title"/>
          </p:nvPr>
        </p:nvSpPr>
        <p:spPr>
          <a:xfrm>
            <a:off x="1209368" y="0"/>
            <a:ext cx="5485680" cy="913680"/>
          </a:xfrm>
        </p:spPr>
        <p:txBody>
          <a:bodyPr/>
          <a:lstStyle/>
          <a:p>
            <a:r>
              <a:rPr lang="en-US" sz="2400" b="1" u="sng" dirty="0">
                <a:latin typeface="Times New Roman" panose="02020603050405020304" pitchFamily="18" charset="0"/>
                <a:cs typeface="Times New Roman" panose="02020603050405020304" pitchFamily="18" charset="0"/>
              </a:rPr>
              <a:t>VISUAL REPRESENTATION</a:t>
            </a:r>
            <a:endParaRPr lang="en-US" sz="2400" dirty="0"/>
          </a:p>
        </p:txBody>
      </p:sp>
      <p:pic>
        <p:nvPicPr>
          <p:cNvPr id="5" name="Picture 4">
            <a:extLst>
              <a:ext uri="{FF2B5EF4-FFF2-40B4-BE49-F238E27FC236}">
                <a16:creationId xmlns:a16="http://schemas.microsoft.com/office/drawing/2014/main" id="{9B25C29A-7A72-319F-6D9F-8B1E98E1D7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36762"/>
            <a:ext cx="9144000" cy="5822829"/>
          </a:xfrm>
          <a:prstGeom prst="rect">
            <a:avLst/>
          </a:prstGeom>
        </p:spPr>
      </p:pic>
    </p:spTree>
    <p:extLst>
      <p:ext uri="{BB962C8B-B14F-4D97-AF65-F5344CB8AC3E}">
        <p14:creationId xmlns:p14="http://schemas.microsoft.com/office/powerpoint/2010/main" val="815270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CAD9A-03DA-2DB7-16AD-9E55F6C2B369}"/>
              </a:ext>
            </a:extLst>
          </p:cNvPr>
          <p:cNvSpPr>
            <a:spLocks noGrp="1"/>
          </p:cNvSpPr>
          <p:nvPr>
            <p:ph type="title"/>
          </p:nvPr>
        </p:nvSpPr>
        <p:spPr>
          <a:xfrm>
            <a:off x="1288026" y="0"/>
            <a:ext cx="5485680" cy="913680"/>
          </a:xfrm>
        </p:spPr>
        <p:txBody>
          <a:bodyPr/>
          <a:lstStyle/>
          <a:p>
            <a:r>
              <a:rPr lang="en-US" sz="1800" b="1" u="sng" dirty="0">
                <a:latin typeface="Times New Roman" panose="02020603050405020304" pitchFamily="18" charset="0"/>
                <a:cs typeface="Times New Roman" panose="02020603050405020304" pitchFamily="18" charset="0"/>
              </a:rPr>
              <a:t>VISUAL REPRESENTATION</a:t>
            </a:r>
            <a:endParaRPr lang="en-US" sz="1800" dirty="0"/>
          </a:p>
        </p:txBody>
      </p:sp>
      <p:pic>
        <p:nvPicPr>
          <p:cNvPr id="5" name="Picture 4">
            <a:extLst>
              <a:ext uri="{FF2B5EF4-FFF2-40B4-BE49-F238E27FC236}">
                <a16:creationId xmlns:a16="http://schemas.microsoft.com/office/drawing/2014/main" id="{EC8F08D9-467B-CD91-807D-9089E85CD1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28136"/>
            <a:ext cx="9144000" cy="5848709"/>
          </a:xfrm>
          <a:prstGeom prst="rect">
            <a:avLst/>
          </a:prstGeom>
        </p:spPr>
      </p:pic>
    </p:spTree>
    <p:extLst>
      <p:ext uri="{BB962C8B-B14F-4D97-AF65-F5344CB8AC3E}">
        <p14:creationId xmlns:p14="http://schemas.microsoft.com/office/powerpoint/2010/main" val="1947858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14682-81ED-D48A-125C-8CF0B6D837BA}"/>
              </a:ext>
            </a:extLst>
          </p:cNvPr>
          <p:cNvSpPr>
            <a:spLocks noGrp="1"/>
          </p:cNvSpPr>
          <p:nvPr>
            <p:ph type="title"/>
          </p:nvPr>
        </p:nvSpPr>
        <p:spPr>
          <a:xfrm>
            <a:off x="138022" y="0"/>
            <a:ext cx="7384211" cy="776377"/>
          </a:xfrm>
        </p:spPr>
        <p:txBody>
          <a:bodyPr/>
          <a:lstStyle/>
          <a:p>
            <a:r>
              <a:rPr lang="en-US" sz="2400" b="1" u="sng" dirty="0">
                <a:latin typeface="Times New Roman" panose="02020603050405020304" pitchFamily="18" charset="0"/>
                <a:cs typeface="Times New Roman" panose="02020603050405020304" pitchFamily="18" charset="0"/>
              </a:rPr>
              <a:t>VISUAL REPRESENTATION</a:t>
            </a:r>
            <a:endParaRPr lang="en-IN" sz="2400" dirty="0"/>
          </a:p>
        </p:txBody>
      </p:sp>
      <p:sp>
        <p:nvSpPr>
          <p:cNvPr id="3" name="Text Placeholder 2">
            <a:extLst>
              <a:ext uri="{FF2B5EF4-FFF2-40B4-BE49-F238E27FC236}">
                <a16:creationId xmlns:a16="http://schemas.microsoft.com/office/drawing/2014/main" id="{E6B6980B-0081-C4A3-0559-E68E43B7515B}"/>
              </a:ext>
            </a:extLst>
          </p:cNvPr>
          <p:cNvSpPr>
            <a:spLocks noGrp="1"/>
          </p:cNvSpPr>
          <p:nvPr>
            <p:ph type="body"/>
          </p:nvPr>
        </p:nvSpPr>
        <p:spPr/>
        <p:txBody>
          <a:bodyPr/>
          <a:lstStyle/>
          <a:p>
            <a:endParaRPr lang="en-IN"/>
          </a:p>
        </p:txBody>
      </p:sp>
      <p:sp>
        <p:nvSpPr>
          <p:cNvPr id="4" name="Text Placeholder 3">
            <a:extLst>
              <a:ext uri="{FF2B5EF4-FFF2-40B4-BE49-F238E27FC236}">
                <a16:creationId xmlns:a16="http://schemas.microsoft.com/office/drawing/2014/main" id="{AA6F6E14-6CE4-DFBB-5B02-5E9B69C38999}"/>
              </a:ext>
            </a:extLst>
          </p:cNvPr>
          <p:cNvSpPr>
            <a:spLocks noGrp="1"/>
          </p:cNvSpPr>
          <p:nvPr>
            <p:ph type="body"/>
          </p:nvPr>
        </p:nvSpPr>
        <p:spPr/>
        <p:txBody>
          <a:bodyPr/>
          <a:lstStyle/>
          <a:p>
            <a:endParaRPr lang="en-IN" dirty="0"/>
          </a:p>
        </p:txBody>
      </p:sp>
      <p:pic>
        <p:nvPicPr>
          <p:cNvPr id="6" name="Picture 5">
            <a:extLst>
              <a:ext uri="{FF2B5EF4-FFF2-40B4-BE49-F238E27FC236}">
                <a16:creationId xmlns:a16="http://schemas.microsoft.com/office/drawing/2014/main" id="{75E43282-0824-F510-CCDD-0D43F25A7E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 y="845389"/>
            <a:ext cx="9144000" cy="5848709"/>
          </a:xfrm>
          <a:prstGeom prst="rect">
            <a:avLst/>
          </a:prstGeom>
        </p:spPr>
      </p:pic>
    </p:spTree>
    <p:extLst>
      <p:ext uri="{BB962C8B-B14F-4D97-AF65-F5344CB8AC3E}">
        <p14:creationId xmlns:p14="http://schemas.microsoft.com/office/powerpoint/2010/main" val="4075238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B3AE2-D2E5-363C-D134-B0A094F7A535}"/>
              </a:ext>
            </a:extLst>
          </p:cNvPr>
          <p:cNvSpPr>
            <a:spLocks noGrp="1"/>
          </p:cNvSpPr>
          <p:nvPr>
            <p:ph type="title"/>
          </p:nvPr>
        </p:nvSpPr>
        <p:spPr>
          <a:xfrm>
            <a:off x="0" y="0"/>
            <a:ext cx="7806906" cy="913680"/>
          </a:xfrm>
        </p:spPr>
        <p:txBody>
          <a:bodyPr/>
          <a:lstStyle/>
          <a:p>
            <a:r>
              <a:rPr lang="en-US" sz="2800" b="1" u="sng" dirty="0">
                <a:latin typeface="Times New Roman" panose="02020603050405020304" pitchFamily="18" charset="0"/>
                <a:cs typeface="Times New Roman" panose="02020603050405020304" pitchFamily="18" charset="0"/>
              </a:rPr>
              <a:t>VISUAL REPRESENTATION</a:t>
            </a:r>
            <a:endParaRPr lang="en-IN" sz="2800" dirty="0"/>
          </a:p>
        </p:txBody>
      </p:sp>
      <p:sp>
        <p:nvSpPr>
          <p:cNvPr id="3" name="Text Placeholder 2">
            <a:extLst>
              <a:ext uri="{FF2B5EF4-FFF2-40B4-BE49-F238E27FC236}">
                <a16:creationId xmlns:a16="http://schemas.microsoft.com/office/drawing/2014/main" id="{F747DA46-5610-1951-E59F-CA7397D40A2F}"/>
              </a:ext>
            </a:extLst>
          </p:cNvPr>
          <p:cNvSpPr>
            <a:spLocks noGrp="1"/>
          </p:cNvSpPr>
          <p:nvPr>
            <p:ph type="body"/>
          </p:nvPr>
        </p:nvSpPr>
        <p:spPr/>
        <p:txBody>
          <a:bodyPr/>
          <a:lstStyle/>
          <a:p>
            <a:endParaRPr lang="en-IN"/>
          </a:p>
        </p:txBody>
      </p:sp>
      <p:sp>
        <p:nvSpPr>
          <p:cNvPr id="4" name="Text Placeholder 3">
            <a:extLst>
              <a:ext uri="{FF2B5EF4-FFF2-40B4-BE49-F238E27FC236}">
                <a16:creationId xmlns:a16="http://schemas.microsoft.com/office/drawing/2014/main" id="{93C6648E-B175-0253-89B3-346A7D6C9510}"/>
              </a:ext>
            </a:extLst>
          </p:cNvPr>
          <p:cNvSpPr>
            <a:spLocks noGrp="1"/>
          </p:cNvSpPr>
          <p:nvPr>
            <p:ph type="body"/>
          </p:nvPr>
        </p:nvSpPr>
        <p:spPr/>
        <p:txBody>
          <a:bodyPr/>
          <a:lstStyle/>
          <a:p>
            <a:endParaRPr lang="en-IN"/>
          </a:p>
        </p:txBody>
      </p:sp>
      <p:pic>
        <p:nvPicPr>
          <p:cNvPr id="6" name="Picture 5">
            <a:extLst>
              <a:ext uri="{FF2B5EF4-FFF2-40B4-BE49-F238E27FC236}">
                <a16:creationId xmlns:a16="http://schemas.microsoft.com/office/drawing/2014/main" id="{F63B4C4D-8877-EA07-9F01-090B3E6432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57249"/>
            <a:ext cx="9144000" cy="5819595"/>
          </a:xfrm>
          <a:prstGeom prst="rect">
            <a:avLst/>
          </a:prstGeom>
        </p:spPr>
      </p:pic>
    </p:spTree>
    <p:extLst>
      <p:ext uri="{BB962C8B-B14F-4D97-AF65-F5344CB8AC3E}">
        <p14:creationId xmlns:p14="http://schemas.microsoft.com/office/powerpoint/2010/main" val="3435858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r>
              <a:rPr lang="en-IN" sz="2000" b="1" u="none" strike="noStrike" dirty="0">
                <a:solidFill>
                  <a:schemeClr val="dk1"/>
                </a:solidFill>
                <a:effectLst/>
                <a:uFillTx/>
                <a:latin typeface="Arial"/>
                <a:ea typeface="DejaVu Sans"/>
              </a:rPr>
              <a:t>   </a:t>
            </a:r>
            <a:r>
              <a:rPr lang="en-IN" sz="2000" b="1" dirty="0">
                <a:solidFill>
                  <a:schemeClr val="dk1"/>
                </a:solidFill>
                <a:latin typeface="Arial"/>
                <a:ea typeface="DejaVu Sans"/>
              </a:rPr>
              <a:t> </a:t>
            </a:r>
            <a:r>
              <a:rPr lang="en-IN" sz="2000" b="1">
                <a:solidFill>
                  <a:schemeClr val="dk1"/>
                </a:solidFill>
                <a:latin typeface="Arial"/>
                <a:ea typeface="DejaVu Sans"/>
              </a:rPr>
              <a:t>        </a:t>
            </a:r>
            <a:r>
              <a:rPr lang="en-IN" sz="2000" b="1" u="none" strike="noStrike">
                <a:solidFill>
                  <a:schemeClr val="dk1"/>
                </a:solidFill>
                <a:effectLst/>
                <a:uFillTx/>
                <a:latin typeface="Arial"/>
                <a:ea typeface="DejaVu Sans"/>
              </a:rPr>
              <a:t>Future Scope</a:t>
            </a:r>
            <a:endParaRPr lang="en-US" sz="2000" b="0" u="none" strike="noStrike">
              <a:solidFill>
                <a:schemeClr val="dk1"/>
              </a:solidFill>
              <a:effectLst/>
              <a:uFillTx/>
              <a:latin typeface="Arial"/>
            </a:endParaRPr>
          </a:p>
        </p:txBody>
      </p:sp>
      <p:sp>
        <p:nvSpPr>
          <p:cNvPr id="242" name="TextBox 3"/>
          <p:cNvSpPr/>
          <p:nvPr/>
        </p:nvSpPr>
        <p:spPr>
          <a:xfrm>
            <a:off x="268381" y="913680"/>
            <a:ext cx="8521854" cy="716974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r>
              <a:rPr lang="en-IN" dirty="0"/>
              <a:t>• Mobile Application: Development of native mobile applications for Android and iOS to provide better accessibility and enable users to book resources and manage events on the go.</a:t>
            </a:r>
          </a:p>
          <a:p>
            <a:r>
              <a:rPr lang="en-IN" dirty="0"/>
              <a:t> </a:t>
            </a:r>
          </a:p>
          <a:p>
            <a:r>
              <a:rPr lang="en-IN" dirty="0"/>
              <a:t>• Advanced Analytics: Implementation of detailed analytics with graphical insights to help administrators track resource usage, booking trends, and optimize utilization.</a:t>
            </a:r>
          </a:p>
          <a:p>
            <a:r>
              <a:rPr lang="en-IN" dirty="0"/>
              <a:t> </a:t>
            </a:r>
          </a:p>
          <a:p>
            <a:r>
              <a:rPr lang="en-IN" dirty="0"/>
              <a:t>• IoT Integration: Integration with smart devices such as automated entry systems or smart displays to provide real-time updates on room availability and bookings.</a:t>
            </a:r>
          </a:p>
          <a:p>
            <a:r>
              <a:rPr lang="en-IN" dirty="0"/>
              <a:t> </a:t>
            </a:r>
          </a:p>
          <a:p>
            <a:r>
              <a:rPr lang="en-IN" dirty="0"/>
              <a:t>• Multi-language Support: Adding support for multiple languages to make the platform accessible to a wider range of users across different regions.</a:t>
            </a:r>
          </a:p>
          <a:p>
            <a:r>
              <a:rPr lang="en-IN" dirty="0"/>
              <a:t> </a:t>
            </a:r>
          </a:p>
          <a:p>
            <a:r>
              <a:rPr lang="en-IN" dirty="0"/>
              <a:t>• Notification System: Introducing real-time notifications for booking confirmations, status updates, and event reminders.</a:t>
            </a:r>
          </a:p>
          <a:p>
            <a:endParaRPr lang="en-IN" dirty="0"/>
          </a:p>
          <a:p>
            <a:r>
              <a:rPr lang="en-IN" dirty="0"/>
              <a:t>• Custom Resource Management: Allowing administrators to create and configure custom     resources, seating layouts, and booking rules based on institutional needs</a:t>
            </a:r>
            <a:r>
              <a:rPr lang="en-US" sz="1600" dirty="0">
                <a:ea typeface="+mn-lt"/>
                <a:cs typeface="+mn-lt"/>
              </a:rPr>
              <a:t>portals and student IDs.</a:t>
            </a:r>
            <a:endParaRPr lang="en-US" sz="1600" dirty="0">
              <a:cs typeface="Arial"/>
            </a:endParaRPr>
          </a:p>
          <a:p>
            <a:endParaRPr lang="en-US" sz="1600" dirty="0"/>
          </a:p>
          <a:p>
            <a:endParaRPr lang="en-US" sz="1600" dirty="0"/>
          </a:p>
          <a:p>
            <a:endParaRPr lang="en-US" sz="1600" dirty="0"/>
          </a:p>
          <a:p>
            <a:pPr defTabSz="914400">
              <a:lnSpc>
                <a:spcPct val="100000"/>
              </a:lnSpc>
              <a:tabLst>
                <a:tab pos="457200" algn="l"/>
              </a:tabLst>
            </a:pPr>
            <a:endParaRPr lang="en-US" sz="1600" b="0" u="none" strike="noStrike" dirty="0">
              <a:solidFill>
                <a:srgbClr val="000000"/>
              </a:solidFill>
              <a:effectLst/>
              <a:uFillTx/>
              <a:latin typeface="Arial"/>
            </a:endParaRPr>
          </a:p>
          <a:p>
            <a:pPr defTabSz="914400">
              <a:lnSpc>
                <a:spcPct val="100000"/>
              </a:lnSpc>
              <a:tabLst>
                <a:tab pos="457200" algn="l"/>
              </a:tabLst>
            </a:pPr>
            <a:endParaRPr lang="en-US" sz="1800" b="0" u="none" strike="noStrike" dirty="0">
              <a:solidFill>
                <a:srgbClr val="000000"/>
              </a:solidFill>
              <a:effectLst/>
              <a:uFillTx/>
              <a:latin typeface="Arial"/>
            </a:endParaRPr>
          </a:p>
          <a:p>
            <a:pPr defTabSz="914400">
              <a:lnSpc>
                <a:spcPct val="100000"/>
              </a:lnSpc>
              <a:tabLst>
                <a:tab pos="457200" algn="l"/>
              </a:tabLst>
            </a:pPr>
            <a:endParaRPr lang="en-US" sz="1800" b="0" u="none" strike="noStrike" dirty="0">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r>
              <a:rPr lang="en-IN" sz="2000" b="1" u="none" strike="noStrike" dirty="0">
                <a:solidFill>
                  <a:schemeClr val="dk1"/>
                </a:solidFill>
                <a:effectLst/>
                <a:uFillTx/>
                <a:latin typeface="Arial"/>
                <a:ea typeface="DejaVu Sans"/>
              </a:rPr>
              <a:t>   </a:t>
            </a:r>
            <a:r>
              <a:rPr lang="en-IN" sz="2000" b="1" dirty="0">
                <a:solidFill>
                  <a:schemeClr val="dk1"/>
                </a:solidFill>
                <a:latin typeface="Arial"/>
                <a:ea typeface="DejaVu Sans"/>
              </a:rPr>
              <a:t> </a:t>
            </a:r>
            <a:r>
              <a:rPr lang="en-IN" sz="2000" b="1">
                <a:solidFill>
                  <a:schemeClr val="dk1"/>
                </a:solidFill>
                <a:latin typeface="Arial"/>
                <a:ea typeface="DejaVu Sans"/>
              </a:rPr>
              <a:t>        </a:t>
            </a:r>
            <a:r>
              <a:rPr lang="en-IN" sz="2000" b="1" u="none" strike="noStrike">
                <a:solidFill>
                  <a:schemeClr val="dk1"/>
                </a:solidFill>
                <a:effectLst/>
                <a:uFillTx/>
                <a:latin typeface="Arial"/>
                <a:ea typeface="DejaVu Sans"/>
              </a:rPr>
              <a:t>Conclusion</a:t>
            </a:r>
            <a:endParaRPr lang="en-US" sz="2000" b="0" u="none" strike="noStrike">
              <a:solidFill>
                <a:schemeClr val="dk1"/>
              </a:solidFill>
              <a:effectLst/>
              <a:uFillTx/>
              <a:latin typeface="Arial"/>
            </a:endParaRPr>
          </a:p>
        </p:txBody>
      </p:sp>
      <p:sp>
        <p:nvSpPr>
          <p:cNvPr id="244" name="TextBox 3"/>
          <p:cNvSpPr/>
          <p:nvPr/>
        </p:nvSpPr>
        <p:spPr>
          <a:xfrm>
            <a:off x="100760" y="913680"/>
            <a:ext cx="8836240" cy="501530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endParaRPr lang="en-US" sz="1600" b="1" dirty="0">
              <a:ea typeface="+mn-lt"/>
              <a:cs typeface="+mn-lt"/>
            </a:endParaRPr>
          </a:p>
          <a:p>
            <a:r>
              <a:rPr lang="en-IN" dirty="0"/>
              <a:t>• The Smart Campus Booking System successfully addresses the challenges of managing campus resources and event coordination within educational institutions. By integrating real-time seat availability, resource booking, and event management, the system provides an efficient and practical solution for organizing campus activities.</a:t>
            </a:r>
          </a:p>
          <a:p>
            <a:r>
              <a:rPr lang="en-IN" dirty="0"/>
              <a:t> </a:t>
            </a:r>
          </a:p>
          <a:p>
            <a:r>
              <a:rPr lang="en-IN" dirty="0"/>
              <a:t>• The platform ensures that users can book resources without conflicts through realtime seat selection and structured booking processes. Its organized approach, combined with role-based access and administrative control, helps maintain transparency and efficient utilization of resources.</a:t>
            </a:r>
          </a:p>
          <a:p>
            <a:r>
              <a:rPr lang="en-IN" dirty="0"/>
              <a:t> </a:t>
            </a:r>
          </a:p>
          <a:p>
            <a:r>
              <a:rPr lang="en-IN" dirty="0"/>
              <a:t>• Built using modern web technologies, the system is scalable, efficient, and easy to maintain. The Smart Campus Booking System demonstrates how technology can be effectively utilized to improve resource management and operational efficiency in institutional environments, making it a valuable solution for modern campuses. </a:t>
            </a:r>
          </a:p>
          <a:p>
            <a:endParaRPr lang="en-US" sz="1600" dirty="0"/>
          </a:p>
          <a:p>
            <a:pPr defTabSz="914400">
              <a:lnSpc>
                <a:spcPct val="100000"/>
              </a:lnSpc>
            </a:pPr>
            <a:endParaRPr lang="en-US" sz="1800" b="0" u="none" strike="noStrike" dirty="0">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r>
              <a:rPr lang="en-IN" sz="2000" b="1" u="none" strike="noStrike" dirty="0">
                <a:solidFill>
                  <a:schemeClr val="dk1"/>
                </a:solidFill>
                <a:effectLst/>
                <a:uFillTx/>
                <a:latin typeface="Arial"/>
                <a:ea typeface="DejaVu Sans"/>
              </a:rPr>
              <a:t>   </a:t>
            </a:r>
            <a:r>
              <a:rPr lang="en-IN" sz="2000" b="1" dirty="0">
                <a:solidFill>
                  <a:schemeClr val="dk1"/>
                </a:solidFill>
                <a:latin typeface="Arial"/>
                <a:ea typeface="DejaVu Sans"/>
              </a:rPr>
              <a:t> </a:t>
            </a:r>
            <a:r>
              <a:rPr lang="en-IN" sz="2000" b="1">
                <a:solidFill>
                  <a:schemeClr val="dk1"/>
                </a:solidFill>
                <a:latin typeface="Arial"/>
                <a:ea typeface="DejaVu Sans"/>
              </a:rPr>
              <a:t>    </a:t>
            </a:r>
            <a:r>
              <a:rPr lang="en-IN" sz="2000" b="1" u="none" strike="noStrike" dirty="0">
                <a:solidFill>
                  <a:schemeClr val="dk1"/>
                </a:solidFill>
                <a:effectLst/>
                <a:uFillTx/>
                <a:latin typeface="Arial"/>
                <a:ea typeface="DejaVu Sans"/>
              </a:rPr>
              <a:t>Bibliography/References</a:t>
            </a:r>
            <a:endParaRPr lang="en-US" sz="2000" b="0" u="none" strike="noStrike" dirty="0">
              <a:solidFill>
                <a:schemeClr val="dk1"/>
              </a:solidFill>
              <a:effectLst/>
              <a:uFillTx/>
              <a:latin typeface="Arial"/>
            </a:endParaRPr>
          </a:p>
        </p:txBody>
      </p:sp>
      <p:sp>
        <p:nvSpPr>
          <p:cNvPr id="246" name="TextBox 3"/>
          <p:cNvSpPr/>
          <p:nvPr/>
        </p:nvSpPr>
        <p:spPr>
          <a:xfrm>
            <a:off x="118080" y="913680"/>
            <a:ext cx="8907840" cy="620793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r>
              <a:rPr lang="en-IN" sz="1500" b="1" dirty="0"/>
              <a:t>React (Official Documentation)</a:t>
            </a:r>
            <a:br>
              <a:rPr lang="en-IN" sz="1500" dirty="0"/>
            </a:br>
            <a:r>
              <a:rPr lang="en-IN" sz="1500" dirty="0"/>
              <a:t>Meta. </a:t>
            </a:r>
            <a:r>
              <a:rPr lang="en-IN" sz="1500" i="1" dirty="0"/>
              <a:t>React – A JavaScript Library for Building User Interfaces.</a:t>
            </a:r>
            <a:br>
              <a:rPr lang="en-IN" sz="1500" dirty="0"/>
            </a:br>
            <a:r>
              <a:rPr lang="en-IN" sz="1500" dirty="0">
                <a:hlinkClick r:id="rId2"/>
              </a:rPr>
              <a:t>https://react.dev</a:t>
            </a:r>
            <a:endParaRPr lang="en-IN" sz="1500" dirty="0"/>
          </a:p>
          <a:p>
            <a:endParaRPr lang="en-IN" sz="1500" dirty="0"/>
          </a:p>
          <a:p>
            <a:r>
              <a:rPr lang="en-IN" sz="1500" b="1" dirty="0"/>
              <a:t>Vite (Official Documentation)</a:t>
            </a:r>
            <a:br>
              <a:rPr lang="en-IN" sz="1500" dirty="0"/>
            </a:br>
            <a:r>
              <a:rPr lang="en-IN" sz="1500" dirty="0"/>
              <a:t>Evan You. </a:t>
            </a:r>
            <a:r>
              <a:rPr lang="en-IN" sz="1500" i="1" dirty="0"/>
              <a:t>Vite – Next Generation Frontend Tooling.</a:t>
            </a:r>
            <a:br>
              <a:rPr lang="en-IN" sz="1500" dirty="0"/>
            </a:br>
            <a:r>
              <a:rPr lang="en-IN" sz="1500" dirty="0">
                <a:hlinkClick r:id="rId3"/>
              </a:rPr>
              <a:t>https://vitejs.dev</a:t>
            </a:r>
            <a:endParaRPr lang="en-IN" sz="1500" dirty="0"/>
          </a:p>
          <a:p>
            <a:endParaRPr lang="en-IN" sz="1500" dirty="0"/>
          </a:p>
          <a:p>
            <a:r>
              <a:rPr lang="en-IN" sz="1500" b="1" dirty="0"/>
              <a:t>Tailwind CSS (Official Documentation)</a:t>
            </a:r>
            <a:br>
              <a:rPr lang="en-IN" sz="1500" dirty="0"/>
            </a:br>
            <a:r>
              <a:rPr lang="en-IN" sz="1500" dirty="0"/>
              <a:t>Tailwind Labs. </a:t>
            </a:r>
            <a:r>
              <a:rPr lang="en-IN" sz="1500" i="1" dirty="0"/>
              <a:t>Tailwind CSS – Utility-First CSS Framework.</a:t>
            </a:r>
            <a:br>
              <a:rPr lang="en-IN" sz="1500" dirty="0"/>
            </a:br>
            <a:r>
              <a:rPr lang="en-IN" sz="1500" dirty="0">
                <a:hlinkClick r:id="rId4"/>
              </a:rPr>
              <a:t>https://tailwindcss.com/docs</a:t>
            </a:r>
            <a:endParaRPr lang="en-IN" sz="1500" dirty="0"/>
          </a:p>
          <a:p>
            <a:endParaRPr lang="en-IN" sz="1500" dirty="0"/>
          </a:p>
          <a:p>
            <a:r>
              <a:rPr lang="en-IN" sz="1600" b="1" dirty="0"/>
              <a:t>MongoDB (Official Documentation):</a:t>
            </a:r>
            <a:r>
              <a:rPr lang="en-IN" sz="1600" dirty="0"/>
              <a:t> MongoDB Inc. </a:t>
            </a:r>
            <a:r>
              <a:rPr lang="en-IN" sz="1600" i="1" dirty="0"/>
              <a:t>The Document Database for Modern Applications</a:t>
            </a:r>
            <a:r>
              <a:rPr lang="en-IN" sz="1600" dirty="0"/>
              <a:t>. </a:t>
            </a:r>
            <a:endParaRPr lang="en-IN" sz="1500" b="1" dirty="0"/>
          </a:p>
          <a:p>
            <a:r>
              <a:rPr lang="en-IN" sz="1600" dirty="0">
                <a:hlinkClick r:id="rId5"/>
              </a:rPr>
              <a:t>https://www.mongodb.com/docs</a:t>
            </a:r>
            <a:r>
              <a:rPr lang="en-IN" sz="1600" dirty="0"/>
              <a:t> </a:t>
            </a:r>
            <a:endParaRPr lang="en-IN" sz="1500" b="1" dirty="0"/>
          </a:p>
          <a:p>
            <a:endParaRPr lang="en-IN" sz="1600" dirty="0"/>
          </a:p>
          <a:p>
            <a:r>
              <a:rPr lang="en-IN" sz="1500" b="1" dirty="0"/>
              <a:t>Express.js (Official Documentation)</a:t>
            </a:r>
            <a:br>
              <a:rPr lang="en-IN" sz="1500" dirty="0"/>
            </a:br>
            <a:r>
              <a:rPr lang="en-IN" sz="1500" dirty="0"/>
              <a:t>OpenJS Foundation. </a:t>
            </a:r>
            <a:r>
              <a:rPr lang="en-IN" sz="1500" i="1" dirty="0"/>
              <a:t>Express – Fast, Unopinionated Web Framework for Node.js.</a:t>
            </a:r>
            <a:br>
              <a:rPr lang="en-IN" sz="1500" dirty="0"/>
            </a:br>
            <a:r>
              <a:rPr lang="en-IN" sz="1500" dirty="0">
                <a:hlinkClick r:id="rId6"/>
              </a:rPr>
              <a:t>https://expressjs.com</a:t>
            </a:r>
            <a:endParaRPr lang="en-IN" sz="1500" dirty="0"/>
          </a:p>
          <a:p>
            <a:endParaRPr lang="en-IN" sz="1500" dirty="0"/>
          </a:p>
          <a:p>
            <a:r>
              <a:rPr lang="en-IN" sz="1600" b="1" dirty="0"/>
              <a:t>Node.js (Official Documentation):</a:t>
            </a:r>
            <a:r>
              <a:rPr lang="en-IN" sz="1600" dirty="0"/>
              <a:t> OpenJS Foundation. </a:t>
            </a:r>
            <a:r>
              <a:rPr lang="en-IN" sz="1600" i="1" dirty="0"/>
              <a:t>Node.js – JavaScript Runtime built on Chrome's V8 JavaScript engine</a:t>
            </a:r>
            <a:r>
              <a:rPr lang="en-IN" sz="1600" dirty="0"/>
              <a:t>. </a:t>
            </a:r>
          </a:p>
          <a:p>
            <a:r>
              <a:rPr lang="en-IN" sz="1600" dirty="0">
                <a:hlinkClick r:id="rId7"/>
              </a:rPr>
              <a:t>https://nodejs.org/en/docs</a:t>
            </a:r>
            <a:r>
              <a:rPr lang="en-IN" sz="1600" dirty="0"/>
              <a:t> </a:t>
            </a:r>
            <a:endParaRPr lang="en-IN" dirty="0"/>
          </a:p>
          <a:p>
            <a:endParaRPr lang="en-IN" sz="1500" dirty="0"/>
          </a:p>
          <a:p>
            <a:endParaRPr lang="en-IN" sz="1500" dirty="0"/>
          </a:p>
          <a:p>
            <a:pPr defTabSz="914400">
              <a:lnSpc>
                <a:spcPct val="100000"/>
              </a:lnSpc>
              <a:tabLst>
                <a:tab pos="457200" algn="l"/>
              </a:tabLst>
            </a:pPr>
            <a:endParaRPr lang="en-US" sz="1550" b="0" u="none" strike="noStrike" dirty="0">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TextShape 1"/>
          <p:cNvSpPr/>
          <p:nvPr/>
        </p:nvSpPr>
        <p:spPr>
          <a:xfrm>
            <a:off x="1297440" y="2821680"/>
            <a:ext cx="6705360" cy="14104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 sz="5400" b="0" u="none" strike="noStrike">
                <a:solidFill>
                  <a:schemeClr val="dk1"/>
                </a:solidFill>
                <a:effectLst/>
                <a:uFillTx/>
                <a:latin typeface="Times New Roman"/>
                <a:ea typeface="DejaVu Sans"/>
              </a:rPr>
              <a:t>Thank You</a:t>
            </a:r>
            <a:endParaRPr lang="en-US" sz="5400" b="0" u="none" strike="noStrike">
              <a:solidFill>
                <a:srgbClr val="000000"/>
              </a:solidFill>
              <a:effectLst/>
              <a:uFillTx/>
              <a:latin typeface="Arial"/>
            </a:endParaRPr>
          </a:p>
        </p:txBody>
      </p:sp>
      <p:sp>
        <p:nvSpPr>
          <p:cNvPr id="248" name="TextShape 3"/>
          <p:cNvSpPr/>
          <p:nvPr/>
        </p:nvSpPr>
        <p:spPr>
          <a:xfrm>
            <a:off x="6553080" y="6356520"/>
            <a:ext cx="21330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E19D697E-C37C-41BD-90BD-A4D3EF4BFD80}" type="slidenum">
              <a:rPr lang="en-US" sz="1200" b="1" u="none" strike="noStrike">
                <a:solidFill>
                  <a:srgbClr val="000000"/>
                </a:solidFill>
                <a:effectLst/>
                <a:uFillTx/>
                <a:latin typeface="Calibri"/>
                <a:ea typeface="MS PGothic"/>
              </a:rPr>
              <a:t>15</a:t>
            </a:fld>
            <a:endParaRPr lang="en-US" sz="12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35640</TotalTime>
  <Words>1086</Words>
  <Application>Microsoft Office PowerPoint</Application>
  <PresentationFormat>On-screen Show (4:3)</PresentationFormat>
  <Paragraphs>115</Paragraphs>
  <Slides>15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Google Sans Text</vt:lpstr>
      <vt:lpstr>Symbol</vt:lpstr>
      <vt:lpstr>Times New Roman</vt:lpstr>
      <vt:lpstr>Wingdings</vt:lpstr>
      <vt:lpstr>Office Theme</vt:lpstr>
      <vt:lpstr>PowerPoint Presentation</vt:lpstr>
      <vt:lpstr>PowerPoint Presentation</vt:lpstr>
      <vt:lpstr>             Objectives </vt:lpstr>
      <vt:lpstr>PowerPoint Presentation</vt:lpstr>
      <vt:lpstr>      Project  Structure</vt:lpstr>
      <vt:lpstr>  TECHNOLOGIES AND TOOLS</vt:lpstr>
      <vt:lpstr>VISUAL REPRESENTATION</vt:lpstr>
      <vt:lpstr>VISUAL REPRESENTATION</vt:lpstr>
      <vt:lpstr>VISUAL REPRESENTATION</vt:lpstr>
      <vt:lpstr>VISUAL REPRESENTATION</vt:lpstr>
      <vt:lpstr>VISUAL REPRESENTATION</vt:lpstr>
      <vt:lpstr>            Future Scope</vt:lpstr>
      <vt:lpstr>            Conclusion</vt:lpstr>
      <vt:lpstr>        Bibliography/References</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
  <dc:creator>ABC</dc:creator>
  <dc:description/>
  <cp:lastModifiedBy>abhishekiipcm9097@gmail.com</cp:lastModifiedBy>
  <cp:revision>2550</cp:revision>
  <cp:lastPrinted>2026-04-24T08:34:13Z</cp:lastPrinted>
  <dcterms:created xsi:type="dcterms:W3CDTF">2010-04-09T07:36:15Z</dcterms:created>
  <dcterms:modified xsi:type="dcterms:W3CDTF">2026-05-13T18:34:48Z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0x010100096F1BF43DDE004485E7A868D137D60A</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1</vt:i4>
  </property>
  <property fmtid="{D5CDD505-2E9C-101B-9397-08002B2CF9AE}" pid="8" name="PresentationFormat">
    <vt:lpwstr>On-screen Show (4:3)</vt:lpwstr>
  </property>
  <property fmtid="{D5CDD505-2E9C-101B-9397-08002B2CF9AE}" pid="9" name="ScaleCrop">
    <vt:bool>false</vt:bool>
  </property>
  <property fmtid="{D5CDD505-2E9C-101B-9397-08002B2CF9AE}" pid="10" name="ShareDoc">
    <vt:bool>false</vt:bool>
  </property>
  <property fmtid="{D5CDD505-2E9C-101B-9397-08002B2CF9AE}" pid="11" name="Slides">
    <vt:i4>13</vt:i4>
  </property>
</Properties>
</file>